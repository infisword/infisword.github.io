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73" r:id="rId6"/>
    <p:sldId id="262" r:id="rId7"/>
    <p:sldId id="263" r:id="rId8"/>
    <p:sldId id="264" r:id="rId9"/>
    <p:sldId id="265" r:id="rId10"/>
    <p:sldId id="274" r:id="rId11"/>
    <p:sldId id="267" r:id="rId12"/>
    <p:sldId id="268" r:id="rId13"/>
    <p:sldId id="271" r:id="rId14"/>
    <p:sldId id="272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3617" autoAdjust="0"/>
  </p:normalViewPr>
  <p:slideViewPr>
    <p:cSldViewPr>
      <p:cViewPr varScale="1">
        <p:scale>
          <a:sx n="80" d="100"/>
          <a:sy n="80" d="100"/>
        </p:scale>
        <p:origin x="773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15C3F-E953-4D0C-9D58-03866FB4B9A1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7FBC6-5314-4891-BC42-84B20400B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44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7FBC6-5314-4891-BC42-84B20400B70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60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50" b="1" i="1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769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2000" y="0"/>
                </a:moveTo>
                <a:lnTo>
                  <a:pt x="0" y="0"/>
                </a:lnTo>
                <a:lnTo>
                  <a:pt x="0" y="380999"/>
                </a:lnTo>
                <a:lnTo>
                  <a:pt x="12192000" y="380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476999"/>
            <a:ext cx="12192000" cy="18415"/>
          </a:xfrm>
          <a:custGeom>
            <a:avLst/>
            <a:gdLst/>
            <a:ahLst/>
            <a:cxnLst/>
            <a:rect l="l" t="t" r="r" b="b"/>
            <a:pathLst>
              <a:path w="12192000" h="18414">
                <a:moveTo>
                  <a:pt x="12192000" y="0"/>
                </a:moveTo>
                <a:lnTo>
                  <a:pt x="0" y="0"/>
                </a:lnTo>
                <a:lnTo>
                  <a:pt x="0" y="18288"/>
                </a:lnTo>
                <a:lnTo>
                  <a:pt x="12192000" y="1828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8861" y="6515860"/>
            <a:ext cx="858519" cy="304800"/>
          </a:xfrm>
          <a:custGeom>
            <a:avLst/>
            <a:gdLst/>
            <a:ahLst/>
            <a:cxnLst/>
            <a:rect l="l" t="t" r="r" b="b"/>
            <a:pathLst>
              <a:path w="858519" h="304800">
                <a:moveTo>
                  <a:pt x="0" y="304800"/>
                </a:moveTo>
                <a:lnTo>
                  <a:pt x="858012" y="304800"/>
                </a:lnTo>
                <a:lnTo>
                  <a:pt x="858012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53261" y="6515860"/>
            <a:ext cx="1714500" cy="304800"/>
          </a:xfrm>
          <a:custGeom>
            <a:avLst/>
            <a:gdLst/>
            <a:ahLst/>
            <a:cxnLst/>
            <a:rect l="l" t="t" r="r" b="b"/>
            <a:pathLst>
              <a:path w="1714500" h="304800">
                <a:moveTo>
                  <a:pt x="1714500" y="0"/>
                </a:moveTo>
                <a:lnTo>
                  <a:pt x="0" y="0"/>
                </a:lnTo>
                <a:lnTo>
                  <a:pt x="0" y="304800"/>
                </a:lnTo>
                <a:lnTo>
                  <a:pt x="1714500" y="304800"/>
                </a:lnTo>
                <a:lnTo>
                  <a:pt x="171450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53261" y="6515860"/>
            <a:ext cx="1714500" cy="304800"/>
          </a:xfrm>
          <a:custGeom>
            <a:avLst/>
            <a:gdLst/>
            <a:ahLst/>
            <a:cxnLst/>
            <a:rect l="l" t="t" r="r" b="b"/>
            <a:pathLst>
              <a:path w="1714500" h="304800">
                <a:moveTo>
                  <a:pt x="0" y="304800"/>
                </a:moveTo>
                <a:lnTo>
                  <a:pt x="1714500" y="304800"/>
                </a:lnTo>
                <a:lnTo>
                  <a:pt x="17145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21" y="6605153"/>
            <a:ext cx="119555" cy="12007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1466" y="6609771"/>
            <a:ext cx="86868" cy="115453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267461" y="108965"/>
            <a:ext cx="11668125" cy="6292850"/>
          </a:xfrm>
          <a:custGeom>
            <a:avLst/>
            <a:gdLst/>
            <a:ahLst/>
            <a:cxnLst/>
            <a:rect l="l" t="t" r="r" b="b"/>
            <a:pathLst>
              <a:path w="11668125" h="6292850">
                <a:moveTo>
                  <a:pt x="11667744" y="0"/>
                </a:moveTo>
                <a:lnTo>
                  <a:pt x="0" y="0"/>
                </a:lnTo>
                <a:lnTo>
                  <a:pt x="0" y="6292596"/>
                </a:lnTo>
                <a:lnTo>
                  <a:pt x="11667744" y="6292596"/>
                </a:lnTo>
                <a:lnTo>
                  <a:pt x="1166774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267461" y="108965"/>
            <a:ext cx="11668125" cy="6292850"/>
          </a:xfrm>
          <a:custGeom>
            <a:avLst/>
            <a:gdLst/>
            <a:ahLst/>
            <a:cxnLst/>
            <a:rect l="l" t="t" r="r" b="b"/>
            <a:pathLst>
              <a:path w="11668125" h="6292850">
                <a:moveTo>
                  <a:pt x="0" y="6292596"/>
                </a:moveTo>
                <a:lnTo>
                  <a:pt x="11667744" y="6292596"/>
                </a:lnTo>
                <a:lnTo>
                  <a:pt x="11667744" y="0"/>
                </a:lnTo>
                <a:lnTo>
                  <a:pt x="0" y="0"/>
                </a:lnTo>
                <a:lnTo>
                  <a:pt x="0" y="6292596"/>
                </a:lnTo>
                <a:close/>
              </a:path>
            </a:pathLst>
          </a:custGeom>
          <a:ln w="253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289559" y="128015"/>
            <a:ext cx="11622405" cy="280670"/>
          </a:xfrm>
          <a:custGeom>
            <a:avLst/>
            <a:gdLst/>
            <a:ahLst/>
            <a:cxnLst/>
            <a:rect l="l" t="t" r="r" b="b"/>
            <a:pathLst>
              <a:path w="11622405" h="280670">
                <a:moveTo>
                  <a:pt x="11622024" y="0"/>
                </a:moveTo>
                <a:lnTo>
                  <a:pt x="0" y="0"/>
                </a:lnTo>
                <a:lnTo>
                  <a:pt x="0" y="280415"/>
                </a:lnTo>
                <a:lnTo>
                  <a:pt x="11622024" y="280415"/>
                </a:lnTo>
                <a:lnTo>
                  <a:pt x="1162202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00049" y="515874"/>
            <a:ext cx="11436350" cy="5811520"/>
          </a:xfrm>
          <a:custGeom>
            <a:avLst/>
            <a:gdLst/>
            <a:ahLst/>
            <a:cxnLst/>
            <a:rect l="l" t="t" r="r" b="b"/>
            <a:pathLst>
              <a:path w="11436350" h="5811520">
                <a:moveTo>
                  <a:pt x="11436096" y="0"/>
                </a:moveTo>
                <a:lnTo>
                  <a:pt x="0" y="0"/>
                </a:lnTo>
                <a:lnTo>
                  <a:pt x="0" y="5811012"/>
                </a:lnTo>
                <a:lnTo>
                  <a:pt x="11436096" y="5811012"/>
                </a:lnTo>
                <a:lnTo>
                  <a:pt x="114360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00049" y="515874"/>
            <a:ext cx="11436350" cy="5811520"/>
          </a:xfrm>
          <a:custGeom>
            <a:avLst/>
            <a:gdLst/>
            <a:ahLst/>
            <a:cxnLst/>
            <a:rect l="l" t="t" r="r" b="b"/>
            <a:pathLst>
              <a:path w="11436350" h="5811520">
                <a:moveTo>
                  <a:pt x="0" y="5811012"/>
                </a:moveTo>
                <a:lnTo>
                  <a:pt x="11436096" y="5811012"/>
                </a:lnTo>
                <a:lnTo>
                  <a:pt x="11436096" y="0"/>
                </a:lnTo>
                <a:lnTo>
                  <a:pt x="0" y="0"/>
                </a:lnTo>
                <a:lnTo>
                  <a:pt x="0" y="5811012"/>
                </a:lnTo>
                <a:close/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625071" y="158496"/>
            <a:ext cx="242570" cy="218440"/>
          </a:xfrm>
          <a:custGeom>
            <a:avLst/>
            <a:gdLst/>
            <a:ahLst/>
            <a:cxnLst/>
            <a:rect l="l" t="t" r="r" b="b"/>
            <a:pathLst>
              <a:path w="242570" h="218440">
                <a:moveTo>
                  <a:pt x="242316" y="0"/>
                </a:moveTo>
                <a:lnTo>
                  <a:pt x="0" y="0"/>
                </a:lnTo>
                <a:lnTo>
                  <a:pt x="0" y="217931"/>
                </a:lnTo>
                <a:lnTo>
                  <a:pt x="242316" y="217931"/>
                </a:lnTo>
                <a:lnTo>
                  <a:pt x="242316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625071" y="158496"/>
            <a:ext cx="242570" cy="218440"/>
          </a:xfrm>
          <a:custGeom>
            <a:avLst/>
            <a:gdLst/>
            <a:ahLst/>
            <a:cxnLst/>
            <a:rect l="l" t="t" r="r" b="b"/>
            <a:pathLst>
              <a:path w="242570" h="218440">
                <a:moveTo>
                  <a:pt x="0" y="217931"/>
                </a:moveTo>
                <a:lnTo>
                  <a:pt x="242316" y="217931"/>
                </a:lnTo>
                <a:lnTo>
                  <a:pt x="242316" y="0"/>
                </a:lnTo>
                <a:lnTo>
                  <a:pt x="0" y="0"/>
                </a:lnTo>
                <a:lnTo>
                  <a:pt x="0" y="217931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1" i="1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1" i="1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1" i="1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9190" y="1221553"/>
            <a:ext cx="4450080" cy="307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50" b="1" i="1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0200" y="6563762"/>
            <a:ext cx="278765" cy="193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0.jp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hyperlink" Target="https://www.youtube.com/watch?v=TTdIN2U3gnQ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9.jp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hyperlink" Target="https://www.youtube.com/watch?v=LNJKQiQ8ah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3" Type="http://schemas.openxmlformats.org/officeDocument/2006/relationships/image" Target="../media/image2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30.png"/><Relationship Id="rId9" Type="http://schemas.openxmlformats.org/officeDocument/2006/relationships/image" Target="../media/image51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2.png"/><Relationship Id="rId7" Type="http://schemas.openxmlformats.org/officeDocument/2006/relationships/image" Target="../media/image5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jp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43.png"/><Relationship Id="rId9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62.jp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hyperlink" Target="https://www.youtube.com/watch?v=EWD2YidSgp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4.png"/><Relationship Id="rId4" Type="http://schemas.openxmlformats.org/officeDocument/2006/relationships/image" Target="../media/image63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2.png"/><Relationship Id="rId7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png"/><Relationship Id="rId5" Type="http://schemas.openxmlformats.org/officeDocument/2006/relationships/image" Target="../media/image66.jpg"/><Relationship Id="rId4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g"/><Relationship Id="rId3" Type="http://schemas.openxmlformats.org/officeDocument/2006/relationships/image" Target="../media/image2.png"/><Relationship Id="rId7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jp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5715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5714999"/>
              <a:ext cx="12192000" cy="1143000"/>
            </a:xfrm>
            <a:custGeom>
              <a:avLst/>
              <a:gdLst/>
              <a:ahLst/>
              <a:cxnLst/>
              <a:rect l="l" t="t" r="r" b="b"/>
              <a:pathLst>
                <a:path w="12192000" h="1143000">
                  <a:moveTo>
                    <a:pt x="1219200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12192000" y="11429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1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 descr="gen-dedup-98bd865fe2df6b904ed24c2fe6c0f034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634" y="2667000"/>
              <a:ext cx="5180203" cy="15621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52500"/>
              <a:ext cx="12191999" cy="47822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668261" y="2858261"/>
              <a:ext cx="847725" cy="1181100"/>
            </a:xfrm>
            <a:custGeom>
              <a:avLst/>
              <a:gdLst/>
              <a:ahLst/>
              <a:cxnLst/>
              <a:rect l="l" t="t" r="r" b="b"/>
              <a:pathLst>
                <a:path w="847725" h="1181100">
                  <a:moveTo>
                    <a:pt x="683006" y="0"/>
                  </a:moveTo>
                  <a:lnTo>
                    <a:pt x="164338" y="0"/>
                  </a:lnTo>
                  <a:lnTo>
                    <a:pt x="120635" y="5867"/>
                  </a:lnTo>
                  <a:lnTo>
                    <a:pt x="81374" y="22427"/>
                  </a:lnTo>
                  <a:lnTo>
                    <a:pt x="48117" y="48117"/>
                  </a:lnTo>
                  <a:lnTo>
                    <a:pt x="22427" y="81374"/>
                  </a:lnTo>
                  <a:lnTo>
                    <a:pt x="5867" y="120635"/>
                  </a:lnTo>
                  <a:lnTo>
                    <a:pt x="0" y="164337"/>
                  </a:lnTo>
                  <a:lnTo>
                    <a:pt x="0" y="1016762"/>
                  </a:lnTo>
                  <a:lnTo>
                    <a:pt x="5867" y="1060464"/>
                  </a:lnTo>
                  <a:lnTo>
                    <a:pt x="22427" y="1099725"/>
                  </a:lnTo>
                  <a:lnTo>
                    <a:pt x="48117" y="1132982"/>
                  </a:lnTo>
                  <a:lnTo>
                    <a:pt x="81374" y="1158672"/>
                  </a:lnTo>
                  <a:lnTo>
                    <a:pt x="120635" y="1175232"/>
                  </a:lnTo>
                  <a:lnTo>
                    <a:pt x="164338" y="1181100"/>
                  </a:lnTo>
                  <a:lnTo>
                    <a:pt x="683006" y="1181100"/>
                  </a:lnTo>
                  <a:lnTo>
                    <a:pt x="726708" y="1175232"/>
                  </a:lnTo>
                  <a:lnTo>
                    <a:pt x="765969" y="1158672"/>
                  </a:lnTo>
                  <a:lnTo>
                    <a:pt x="799226" y="1132982"/>
                  </a:lnTo>
                  <a:lnTo>
                    <a:pt x="824916" y="1099725"/>
                  </a:lnTo>
                  <a:lnTo>
                    <a:pt x="841476" y="1060464"/>
                  </a:lnTo>
                  <a:lnTo>
                    <a:pt x="847344" y="1016762"/>
                  </a:lnTo>
                  <a:lnTo>
                    <a:pt x="847344" y="164337"/>
                  </a:lnTo>
                  <a:lnTo>
                    <a:pt x="841476" y="120635"/>
                  </a:lnTo>
                  <a:lnTo>
                    <a:pt x="824916" y="81374"/>
                  </a:lnTo>
                  <a:lnTo>
                    <a:pt x="799226" y="48117"/>
                  </a:lnTo>
                  <a:lnTo>
                    <a:pt x="765969" y="22427"/>
                  </a:lnTo>
                  <a:lnTo>
                    <a:pt x="726708" y="5867"/>
                  </a:lnTo>
                  <a:lnTo>
                    <a:pt x="683006" y="0"/>
                  </a:lnTo>
                  <a:close/>
                </a:path>
              </a:pathLst>
            </a:custGeom>
            <a:solidFill>
              <a:srgbClr val="499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68261" y="2858261"/>
              <a:ext cx="847725" cy="1181100"/>
            </a:xfrm>
            <a:custGeom>
              <a:avLst/>
              <a:gdLst/>
              <a:ahLst/>
              <a:cxnLst/>
              <a:rect l="l" t="t" r="r" b="b"/>
              <a:pathLst>
                <a:path w="847725" h="1181100">
                  <a:moveTo>
                    <a:pt x="0" y="164337"/>
                  </a:moveTo>
                  <a:lnTo>
                    <a:pt x="5867" y="120635"/>
                  </a:lnTo>
                  <a:lnTo>
                    <a:pt x="22427" y="81374"/>
                  </a:lnTo>
                  <a:lnTo>
                    <a:pt x="48117" y="48117"/>
                  </a:lnTo>
                  <a:lnTo>
                    <a:pt x="81374" y="22427"/>
                  </a:lnTo>
                  <a:lnTo>
                    <a:pt x="120635" y="5867"/>
                  </a:lnTo>
                  <a:lnTo>
                    <a:pt x="164338" y="0"/>
                  </a:lnTo>
                  <a:lnTo>
                    <a:pt x="683006" y="0"/>
                  </a:lnTo>
                  <a:lnTo>
                    <a:pt x="726708" y="5867"/>
                  </a:lnTo>
                  <a:lnTo>
                    <a:pt x="765969" y="22427"/>
                  </a:lnTo>
                  <a:lnTo>
                    <a:pt x="799226" y="48117"/>
                  </a:lnTo>
                  <a:lnTo>
                    <a:pt x="824916" y="81374"/>
                  </a:lnTo>
                  <a:lnTo>
                    <a:pt x="841476" y="120635"/>
                  </a:lnTo>
                  <a:lnTo>
                    <a:pt x="847344" y="164337"/>
                  </a:lnTo>
                  <a:lnTo>
                    <a:pt x="847344" y="1016762"/>
                  </a:lnTo>
                  <a:lnTo>
                    <a:pt x="841476" y="1060464"/>
                  </a:lnTo>
                  <a:lnTo>
                    <a:pt x="824916" y="1099725"/>
                  </a:lnTo>
                  <a:lnTo>
                    <a:pt x="799226" y="1132982"/>
                  </a:lnTo>
                  <a:lnTo>
                    <a:pt x="765969" y="1158672"/>
                  </a:lnTo>
                  <a:lnTo>
                    <a:pt x="726708" y="1175232"/>
                  </a:lnTo>
                  <a:lnTo>
                    <a:pt x="683006" y="1181100"/>
                  </a:lnTo>
                  <a:lnTo>
                    <a:pt x="164338" y="1181100"/>
                  </a:lnTo>
                  <a:lnTo>
                    <a:pt x="120635" y="1175232"/>
                  </a:lnTo>
                  <a:lnTo>
                    <a:pt x="81374" y="1158672"/>
                  </a:lnTo>
                  <a:lnTo>
                    <a:pt x="48117" y="1132982"/>
                  </a:lnTo>
                  <a:lnTo>
                    <a:pt x="22427" y="1099725"/>
                  </a:lnTo>
                  <a:lnTo>
                    <a:pt x="5867" y="1060464"/>
                  </a:lnTo>
                  <a:lnTo>
                    <a:pt x="0" y="1016762"/>
                  </a:lnTo>
                  <a:lnTo>
                    <a:pt x="0" y="164337"/>
                  </a:lnTo>
                  <a:close/>
                </a:path>
              </a:pathLst>
            </a:custGeom>
            <a:ln w="25400">
              <a:solidFill>
                <a:srgbClr val="FFE6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 descr="gen-dedup-6ca4ce2c60311e3849bdfe56cd137382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0761" y="3666744"/>
              <a:ext cx="2113915" cy="3230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810750" y="3667505"/>
              <a:ext cx="382905" cy="381000"/>
            </a:xfrm>
            <a:custGeom>
              <a:avLst/>
              <a:gdLst/>
              <a:ahLst/>
              <a:cxnLst/>
              <a:rect l="l" t="t" r="r" b="b"/>
              <a:pathLst>
                <a:path w="382904" h="381000">
                  <a:moveTo>
                    <a:pt x="199771" y="0"/>
                  </a:moveTo>
                  <a:lnTo>
                    <a:pt x="182752" y="0"/>
                  </a:lnTo>
                  <a:lnTo>
                    <a:pt x="134158" y="6525"/>
                  </a:lnTo>
                  <a:lnTo>
                    <a:pt x="90499" y="24943"/>
                  </a:lnTo>
                  <a:lnTo>
                    <a:pt x="53514" y="53514"/>
                  </a:lnTo>
                  <a:lnTo>
                    <a:pt x="24943" y="90499"/>
                  </a:lnTo>
                  <a:lnTo>
                    <a:pt x="6525" y="134158"/>
                  </a:lnTo>
                  <a:lnTo>
                    <a:pt x="0" y="182753"/>
                  </a:lnTo>
                  <a:lnTo>
                    <a:pt x="0" y="198247"/>
                  </a:lnTo>
                  <a:lnTo>
                    <a:pt x="6525" y="246841"/>
                  </a:lnTo>
                  <a:lnTo>
                    <a:pt x="24943" y="290500"/>
                  </a:lnTo>
                  <a:lnTo>
                    <a:pt x="53514" y="327485"/>
                  </a:lnTo>
                  <a:lnTo>
                    <a:pt x="90499" y="356056"/>
                  </a:lnTo>
                  <a:lnTo>
                    <a:pt x="134158" y="374474"/>
                  </a:lnTo>
                  <a:lnTo>
                    <a:pt x="182752" y="381000"/>
                  </a:lnTo>
                  <a:lnTo>
                    <a:pt x="199771" y="381000"/>
                  </a:lnTo>
                  <a:lnTo>
                    <a:pt x="248365" y="374474"/>
                  </a:lnTo>
                  <a:lnTo>
                    <a:pt x="292024" y="356056"/>
                  </a:lnTo>
                  <a:lnTo>
                    <a:pt x="329009" y="327485"/>
                  </a:lnTo>
                  <a:lnTo>
                    <a:pt x="357580" y="290500"/>
                  </a:lnTo>
                  <a:lnTo>
                    <a:pt x="375998" y="246841"/>
                  </a:lnTo>
                  <a:lnTo>
                    <a:pt x="382524" y="198247"/>
                  </a:lnTo>
                  <a:lnTo>
                    <a:pt x="382524" y="182753"/>
                  </a:lnTo>
                  <a:lnTo>
                    <a:pt x="375998" y="134158"/>
                  </a:lnTo>
                  <a:lnTo>
                    <a:pt x="357580" y="90499"/>
                  </a:lnTo>
                  <a:lnTo>
                    <a:pt x="329009" y="53514"/>
                  </a:lnTo>
                  <a:lnTo>
                    <a:pt x="292024" y="24943"/>
                  </a:lnTo>
                  <a:lnTo>
                    <a:pt x="248365" y="6525"/>
                  </a:lnTo>
                  <a:lnTo>
                    <a:pt x="199771" y="0"/>
                  </a:lnTo>
                  <a:close/>
                </a:path>
              </a:pathLst>
            </a:custGeom>
            <a:solidFill>
              <a:srgbClr val="2BB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10750" y="3667505"/>
              <a:ext cx="382905" cy="381000"/>
            </a:xfrm>
            <a:custGeom>
              <a:avLst/>
              <a:gdLst/>
              <a:ahLst/>
              <a:cxnLst/>
              <a:rect l="l" t="t" r="r" b="b"/>
              <a:pathLst>
                <a:path w="382904" h="381000">
                  <a:moveTo>
                    <a:pt x="0" y="182753"/>
                  </a:moveTo>
                  <a:lnTo>
                    <a:pt x="6525" y="134158"/>
                  </a:lnTo>
                  <a:lnTo>
                    <a:pt x="24943" y="90499"/>
                  </a:lnTo>
                  <a:lnTo>
                    <a:pt x="53514" y="53514"/>
                  </a:lnTo>
                  <a:lnTo>
                    <a:pt x="90499" y="24943"/>
                  </a:lnTo>
                  <a:lnTo>
                    <a:pt x="134158" y="6525"/>
                  </a:lnTo>
                  <a:lnTo>
                    <a:pt x="182752" y="0"/>
                  </a:lnTo>
                  <a:lnTo>
                    <a:pt x="199771" y="0"/>
                  </a:lnTo>
                  <a:lnTo>
                    <a:pt x="248365" y="6525"/>
                  </a:lnTo>
                  <a:lnTo>
                    <a:pt x="292024" y="24943"/>
                  </a:lnTo>
                  <a:lnTo>
                    <a:pt x="329009" y="53514"/>
                  </a:lnTo>
                  <a:lnTo>
                    <a:pt x="357580" y="90499"/>
                  </a:lnTo>
                  <a:lnTo>
                    <a:pt x="375998" y="134158"/>
                  </a:lnTo>
                  <a:lnTo>
                    <a:pt x="382524" y="182753"/>
                  </a:lnTo>
                  <a:lnTo>
                    <a:pt x="382524" y="198247"/>
                  </a:lnTo>
                  <a:lnTo>
                    <a:pt x="375998" y="246841"/>
                  </a:lnTo>
                  <a:lnTo>
                    <a:pt x="357580" y="290500"/>
                  </a:lnTo>
                  <a:lnTo>
                    <a:pt x="329009" y="327485"/>
                  </a:lnTo>
                  <a:lnTo>
                    <a:pt x="292024" y="356056"/>
                  </a:lnTo>
                  <a:lnTo>
                    <a:pt x="248365" y="374474"/>
                  </a:lnTo>
                  <a:lnTo>
                    <a:pt x="199771" y="381000"/>
                  </a:lnTo>
                  <a:lnTo>
                    <a:pt x="182752" y="381000"/>
                  </a:lnTo>
                  <a:lnTo>
                    <a:pt x="134158" y="374474"/>
                  </a:lnTo>
                  <a:lnTo>
                    <a:pt x="90499" y="356056"/>
                  </a:lnTo>
                  <a:lnTo>
                    <a:pt x="53514" y="327485"/>
                  </a:lnTo>
                  <a:lnTo>
                    <a:pt x="24943" y="290500"/>
                  </a:lnTo>
                  <a:lnTo>
                    <a:pt x="6525" y="246841"/>
                  </a:lnTo>
                  <a:lnTo>
                    <a:pt x="0" y="198247"/>
                  </a:lnTo>
                  <a:lnTo>
                    <a:pt x="0" y="182753"/>
                  </a:lnTo>
                  <a:close/>
                </a:path>
              </a:pathLst>
            </a:custGeom>
            <a:ln w="25400">
              <a:solidFill>
                <a:srgbClr val="8FE9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gen-dedup-d1120f5f5c0cf9f3138152ba4121a1a7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29800" y="3686771"/>
              <a:ext cx="342900" cy="15358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240518" y="36675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2D5C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40518" y="36675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close/>
                </a:path>
              </a:pathLst>
            </a:custGeom>
            <a:ln w="25400">
              <a:solidFill>
                <a:srgbClr val="8FAD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 descr="gen-dedup-8d320f6b30d291393fafdd2a731fa9c9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58043" y="3686771"/>
              <a:ext cx="342900" cy="153581"/>
            </a:xfrm>
            <a:prstGeom prst="rect">
              <a:avLst/>
            </a:prstGeom>
          </p:spPr>
        </p:pic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marR="236854">
              <a:lnSpc>
                <a:spcPts val="7920"/>
              </a:lnSpc>
              <a:spcBef>
                <a:spcPts val="720"/>
              </a:spcBef>
            </a:pPr>
            <a:r>
              <a:rPr spc="-430" dirty="0"/>
              <a:t>클라이언트 </a:t>
            </a:r>
            <a:r>
              <a:rPr spc="-445" dirty="0"/>
              <a:t>개발자</a:t>
            </a:r>
          </a:p>
          <a:p>
            <a:pPr marL="12700">
              <a:lnSpc>
                <a:spcPts val="7540"/>
              </a:lnSpc>
            </a:pPr>
            <a:r>
              <a:rPr spc="-420" dirty="0"/>
              <a:t>기술</a:t>
            </a:r>
            <a:r>
              <a:rPr spc="-605" dirty="0"/>
              <a:t> </a:t>
            </a:r>
            <a:r>
              <a:rPr spc="-445" dirty="0"/>
              <a:t>설명서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74139" y="4442841"/>
            <a:ext cx="39192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begin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9061" y="3238906"/>
            <a:ext cx="6937375" cy="3336925"/>
            <a:chOff x="369061" y="3238906"/>
            <a:chExt cx="6937375" cy="3336925"/>
          </a:xfrm>
        </p:grpSpPr>
        <p:pic>
          <p:nvPicPr>
            <p:cNvPr id="19" name="object 19" descr="gen-dedup-e169e92560a8b41f2f4c8d7b8fb9a799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29044" y="3238906"/>
              <a:ext cx="477011" cy="381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81761" y="6192773"/>
              <a:ext cx="372110" cy="370840"/>
            </a:xfrm>
            <a:custGeom>
              <a:avLst/>
              <a:gdLst/>
              <a:ahLst/>
              <a:cxnLst/>
              <a:rect l="l" t="t" r="r" b="b"/>
              <a:pathLst>
                <a:path w="372109" h="370840">
                  <a:moveTo>
                    <a:pt x="186690" y="0"/>
                  </a:moveTo>
                  <a:lnTo>
                    <a:pt x="185166" y="0"/>
                  </a:lnTo>
                  <a:lnTo>
                    <a:pt x="135942" y="6614"/>
                  </a:lnTo>
                  <a:lnTo>
                    <a:pt x="91710" y="25281"/>
                  </a:lnTo>
                  <a:lnTo>
                    <a:pt x="54235" y="54235"/>
                  </a:lnTo>
                  <a:lnTo>
                    <a:pt x="25281" y="91710"/>
                  </a:lnTo>
                  <a:lnTo>
                    <a:pt x="6614" y="135942"/>
                  </a:lnTo>
                  <a:lnTo>
                    <a:pt x="0" y="185165"/>
                  </a:lnTo>
                  <a:lnTo>
                    <a:pt x="6614" y="234389"/>
                  </a:lnTo>
                  <a:lnTo>
                    <a:pt x="25281" y="278621"/>
                  </a:lnTo>
                  <a:lnTo>
                    <a:pt x="54235" y="316096"/>
                  </a:lnTo>
                  <a:lnTo>
                    <a:pt x="91710" y="345050"/>
                  </a:lnTo>
                  <a:lnTo>
                    <a:pt x="135942" y="363717"/>
                  </a:lnTo>
                  <a:lnTo>
                    <a:pt x="185166" y="370331"/>
                  </a:lnTo>
                  <a:lnTo>
                    <a:pt x="186690" y="370331"/>
                  </a:lnTo>
                  <a:lnTo>
                    <a:pt x="235913" y="363717"/>
                  </a:lnTo>
                  <a:lnTo>
                    <a:pt x="280145" y="345050"/>
                  </a:lnTo>
                  <a:lnTo>
                    <a:pt x="317620" y="316096"/>
                  </a:lnTo>
                  <a:lnTo>
                    <a:pt x="346574" y="278621"/>
                  </a:lnTo>
                  <a:lnTo>
                    <a:pt x="365241" y="234389"/>
                  </a:lnTo>
                  <a:lnTo>
                    <a:pt x="371856" y="185165"/>
                  </a:lnTo>
                  <a:lnTo>
                    <a:pt x="365241" y="135942"/>
                  </a:lnTo>
                  <a:lnTo>
                    <a:pt x="346574" y="91710"/>
                  </a:lnTo>
                  <a:lnTo>
                    <a:pt x="317620" y="54235"/>
                  </a:lnTo>
                  <a:lnTo>
                    <a:pt x="280145" y="25281"/>
                  </a:lnTo>
                  <a:lnTo>
                    <a:pt x="235913" y="6614"/>
                  </a:lnTo>
                  <a:lnTo>
                    <a:pt x="18669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761" y="6192773"/>
              <a:ext cx="372110" cy="370840"/>
            </a:xfrm>
            <a:custGeom>
              <a:avLst/>
              <a:gdLst/>
              <a:ahLst/>
              <a:cxnLst/>
              <a:rect l="l" t="t" r="r" b="b"/>
              <a:pathLst>
                <a:path w="372109" h="370840">
                  <a:moveTo>
                    <a:pt x="0" y="185165"/>
                  </a:moveTo>
                  <a:lnTo>
                    <a:pt x="6614" y="135942"/>
                  </a:lnTo>
                  <a:lnTo>
                    <a:pt x="25281" y="91710"/>
                  </a:lnTo>
                  <a:lnTo>
                    <a:pt x="54235" y="54235"/>
                  </a:lnTo>
                  <a:lnTo>
                    <a:pt x="91710" y="25281"/>
                  </a:lnTo>
                  <a:lnTo>
                    <a:pt x="135942" y="6614"/>
                  </a:lnTo>
                  <a:lnTo>
                    <a:pt x="185166" y="0"/>
                  </a:lnTo>
                  <a:lnTo>
                    <a:pt x="186690" y="0"/>
                  </a:lnTo>
                  <a:lnTo>
                    <a:pt x="235913" y="6614"/>
                  </a:lnTo>
                  <a:lnTo>
                    <a:pt x="280145" y="25281"/>
                  </a:lnTo>
                  <a:lnTo>
                    <a:pt x="317620" y="54235"/>
                  </a:lnTo>
                  <a:lnTo>
                    <a:pt x="346574" y="91710"/>
                  </a:lnTo>
                  <a:lnTo>
                    <a:pt x="365241" y="135942"/>
                  </a:lnTo>
                  <a:lnTo>
                    <a:pt x="371856" y="185165"/>
                  </a:lnTo>
                  <a:lnTo>
                    <a:pt x="365241" y="234389"/>
                  </a:lnTo>
                  <a:lnTo>
                    <a:pt x="346574" y="278621"/>
                  </a:lnTo>
                  <a:lnTo>
                    <a:pt x="317620" y="316096"/>
                  </a:lnTo>
                  <a:lnTo>
                    <a:pt x="280145" y="345050"/>
                  </a:lnTo>
                  <a:lnTo>
                    <a:pt x="235913" y="363717"/>
                  </a:lnTo>
                  <a:lnTo>
                    <a:pt x="186690" y="370331"/>
                  </a:lnTo>
                  <a:lnTo>
                    <a:pt x="185166" y="370331"/>
                  </a:lnTo>
                  <a:lnTo>
                    <a:pt x="135942" y="363717"/>
                  </a:lnTo>
                  <a:lnTo>
                    <a:pt x="91710" y="345050"/>
                  </a:lnTo>
                  <a:lnTo>
                    <a:pt x="54235" y="316096"/>
                  </a:lnTo>
                  <a:lnTo>
                    <a:pt x="25281" y="278621"/>
                  </a:lnTo>
                  <a:lnTo>
                    <a:pt x="6614" y="234389"/>
                  </a:lnTo>
                  <a:lnTo>
                    <a:pt x="0" y="18516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 descr="gen-dedup-5ebd9a00e1386868d242c14024761457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1846" y="6266688"/>
              <a:ext cx="185853" cy="1905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607934" y="2906030"/>
            <a:ext cx="1282700" cy="5524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이민혁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Type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password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76281" y="3700983"/>
            <a:ext cx="2165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49230" y="3717747"/>
            <a:ext cx="12636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3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5007" y="6157671"/>
            <a:ext cx="23044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FFFFF"/>
                </a:solidFill>
                <a:latin typeface="Arial"/>
                <a:cs typeface="Arial"/>
              </a:rPr>
              <a:t>Turn</a:t>
            </a:r>
            <a:r>
              <a:rPr sz="21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off</a:t>
            </a:r>
            <a:r>
              <a:rPr sz="21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Arial"/>
                <a:cs typeface="Arial"/>
              </a:rPr>
              <a:t>computer</a:t>
            </a:r>
            <a:endParaRPr sz="2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03514" y="6219545"/>
            <a:ext cx="35191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8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change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accounts</a:t>
            </a:r>
            <a:r>
              <a:rPr sz="13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go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Panel.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76999"/>
            <a:ext cx="12192000" cy="381000"/>
            <a:chOff x="0" y="6476999"/>
            <a:chExt cx="12192000" cy="381000"/>
          </a:xfrm>
        </p:grpSpPr>
        <p:sp>
          <p:nvSpPr>
            <p:cNvPr id="3" name="object 3"/>
            <p:cNvSpPr/>
            <p:nvPr/>
          </p:nvSpPr>
          <p:spPr>
            <a:xfrm>
              <a:off x="0" y="6476999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121920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12192000" y="3809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476999"/>
              <a:ext cx="12192000" cy="18415"/>
            </a:xfrm>
            <a:custGeom>
              <a:avLst/>
              <a:gdLst/>
              <a:ahLst/>
              <a:cxnLst/>
              <a:rect l="l" t="t" r="r" b="b"/>
              <a:pathLst>
                <a:path w="12192000" h="18414">
                  <a:moveTo>
                    <a:pt x="121920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2192000" y="182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714500" y="3048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gen-dedup-b7042822c590cf1066a472ff1b5b8f45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021" y="6605153"/>
              <a:ext cx="119555" cy="12007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8861" y="6486144"/>
            <a:ext cx="858519" cy="334645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795"/>
              </a:spcBef>
            </a:pPr>
            <a:r>
              <a:rPr sz="1000" b="1" spc="-25" dirty="0">
                <a:latin typeface="Malgun Gothic"/>
                <a:cs typeface="Malgun Gothic"/>
              </a:rPr>
              <a:t>시작</a:t>
            </a:r>
            <a:endParaRPr sz="1000">
              <a:latin typeface="Malgun Gothic"/>
              <a:cs typeface="Malgun Gothic"/>
            </a:endParaRPr>
          </a:p>
        </p:txBody>
      </p:sp>
      <p:pic>
        <p:nvPicPr>
          <p:cNvPr id="8" name="object 8" descr="gen-dedup-1027b540a23f27953c8b221c66837c2b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7936" y="6613774"/>
            <a:ext cx="138545" cy="11211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53261" y="6486144"/>
            <a:ext cx="1714500" cy="334645"/>
          </a:xfrm>
          <a:prstGeom prst="rect">
            <a:avLst/>
          </a:prstGeom>
          <a:ln w="25400">
            <a:solidFill>
              <a:srgbClr val="80808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855"/>
              </a:spcBef>
            </a:pPr>
            <a:r>
              <a:rPr sz="900" b="1" dirty="0">
                <a:latin typeface="Malgun Gothic"/>
                <a:cs typeface="Malgun Gothic"/>
              </a:rPr>
              <a:t>탐색</a:t>
            </a:r>
            <a:r>
              <a:rPr sz="900" b="1" spc="-7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중</a:t>
            </a:r>
            <a:r>
              <a:rPr sz="900" b="1" spc="-6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Arial"/>
                <a:cs typeface="Arial"/>
              </a:rPr>
              <a:t>-</a:t>
            </a:r>
            <a:r>
              <a:rPr sz="900" b="1" spc="-10" dirty="0">
                <a:latin typeface="Arial"/>
                <a:cs typeface="Arial"/>
              </a:rPr>
              <a:t> Projects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2711" y="157402"/>
            <a:ext cx="11906578" cy="6085840"/>
            <a:chOff x="662177" y="166878"/>
            <a:chExt cx="10890885" cy="6085840"/>
          </a:xfrm>
        </p:grpSpPr>
        <p:sp>
          <p:nvSpPr>
            <p:cNvPr id="13" name="object 13"/>
            <p:cNvSpPr/>
            <p:nvPr/>
          </p:nvSpPr>
          <p:spPr>
            <a:xfrm>
              <a:off x="662177" y="166878"/>
              <a:ext cx="10890885" cy="6085840"/>
            </a:xfrm>
            <a:custGeom>
              <a:avLst/>
              <a:gdLst/>
              <a:ahLst/>
              <a:cxnLst/>
              <a:rect l="l" t="t" r="r" b="b"/>
              <a:pathLst>
                <a:path w="10890885" h="6085840">
                  <a:moveTo>
                    <a:pt x="10890504" y="0"/>
                  </a:moveTo>
                  <a:lnTo>
                    <a:pt x="0" y="0"/>
                  </a:lnTo>
                  <a:lnTo>
                    <a:pt x="0" y="6085332"/>
                  </a:lnTo>
                  <a:lnTo>
                    <a:pt x="10890504" y="6085332"/>
                  </a:lnTo>
                  <a:lnTo>
                    <a:pt x="1089050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1801" y="1561338"/>
              <a:ext cx="10812780" cy="4648200"/>
            </a:xfrm>
            <a:custGeom>
              <a:avLst/>
              <a:gdLst/>
              <a:ahLst/>
              <a:cxnLst/>
              <a:rect l="l" t="t" r="r" b="b"/>
              <a:pathLst>
                <a:path w="10812780" h="4648200">
                  <a:moveTo>
                    <a:pt x="10812780" y="0"/>
                  </a:moveTo>
                  <a:lnTo>
                    <a:pt x="0" y="0"/>
                  </a:lnTo>
                  <a:lnTo>
                    <a:pt x="0" y="4648200"/>
                  </a:lnTo>
                  <a:lnTo>
                    <a:pt x="10812780" y="4648200"/>
                  </a:lnTo>
                  <a:lnTo>
                    <a:pt x="108127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1227" y="196596"/>
              <a:ext cx="10850880" cy="291465"/>
            </a:xfrm>
            <a:custGeom>
              <a:avLst/>
              <a:gdLst/>
              <a:ahLst/>
              <a:cxnLst/>
              <a:rect l="l" t="t" r="r" b="b"/>
              <a:pathLst>
                <a:path w="10850880" h="291465">
                  <a:moveTo>
                    <a:pt x="10850880" y="0"/>
                  </a:moveTo>
                  <a:lnTo>
                    <a:pt x="0" y="0"/>
                  </a:lnTo>
                  <a:lnTo>
                    <a:pt x="0" y="291083"/>
                  </a:lnTo>
                  <a:lnTo>
                    <a:pt x="10850880" y="291083"/>
                  </a:lnTo>
                  <a:lnTo>
                    <a:pt x="1085088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gen-dedup-23665c0bc8193eed4b19e05b81a508d3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227" y="737826"/>
              <a:ext cx="10850880" cy="4233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81227" y="758951"/>
              <a:ext cx="10850880" cy="416559"/>
            </a:xfrm>
            <a:custGeom>
              <a:avLst/>
              <a:gdLst/>
              <a:ahLst/>
              <a:cxnLst/>
              <a:rect l="l" t="t" r="r" b="b"/>
              <a:pathLst>
                <a:path w="10850880" h="416559">
                  <a:moveTo>
                    <a:pt x="10850880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0850880" y="416051"/>
                  </a:lnTo>
                  <a:lnTo>
                    <a:pt x="1085088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 descr="gen-dedup-23665c0bc8193eed4b19e05b81a508d3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227" y="1175203"/>
              <a:ext cx="10850880" cy="4082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81227" y="1194816"/>
              <a:ext cx="10850880" cy="334010"/>
            </a:xfrm>
            <a:custGeom>
              <a:avLst/>
              <a:gdLst/>
              <a:ahLst/>
              <a:cxnLst/>
              <a:rect l="l" t="t" r="r" b="b"/>
              <a:pathLst>
                <a:path w="10850880" h="334009">
                  <a:moveTo>
                    <a:pt x="10850880" y="0"/>
                  </a:moveTo>
                  <a:lnTo>
                    <a:pt x="0" y="0"/>
                  </a:lnTo>
                  <a:lnTo>
                    <a:pt x="0" y="333755"/>
                  </a:lnTo>
                  <a:lnTo>
                    <a:pt x="10850880" y="333755"/>
                  </a:lnTo>
                  <a:lnTo>
                    <a:pt x="1085088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0" name="object 20" descr="gen-dedup-23665c0bc8193eed4b19e05b81a508d3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227" y="1528770"/>
              <a:ext cx="10850880" cy="4082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687811" y="228600"/>
              <a:ext cx="216535" cy="228600"/>
            </a:xfrm>
            <a:custGeom>
              <a:avLst/>
              <a:gdLst/>
              <a:ahLst/>
              <a:cxnLst/>
              <a:rect l="l" t="t" r="r" b="b"/>
              <a:pathLst>
                <a:path w="216534" h="228600">
                  <a:moveTo>
                    <a:pt x="21640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16407" y="228600"/>
                  </a:lnTo>
                  <a:lnTo>
                    <a:pt x="21640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687811" y="228600"/>
              <a:ext cx="216535" cy="228600"/>
            </a:xfrm>
            <a:custGeom>
              <a:avLst/>
              <a:gdLst/>
              <a:ahLst/>
              <a:cxnLst/>
              <a:rect l="l" t="t" r="r" b="b"/>
              <a:pathLst>
                <a:path w="216534" h="228600">
                  <a:moveTo>
                    <a:pt x="0" y="228600"/>
                  </a:moveTo>
                  <a:lnTo>
                    <a:pt x="216407" y="228600"/>
                  </a:lnTo>
                  <a:lnTo>
                    <a:pt x="216407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983467" y="228600"/>
              <a:ext cx="215265" cy="228600"/>
            </a:xfrm>
            <a:custGeom>
              <a:avLst/>
              <a:gdLst/>
              <a:ahLst/>
              <a:cxnLst/>
              <a:rect l="l" t="t" r="r" b="b"/>
              <a:pathLst>
                <a:path w="215265" h="228600">
                  <a:moveTo>
                    <a:pt x="214883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14883" y="228600"/>
                  </a:lnTo>
                  <a:lnTo>
                    <a:pt x="21488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4" name="object 24"/>
            <p:cNvSpPr/>
            <p:nvPr/>
          </p:nvSpPr>
          <p:spPr>
            <a:xfrm>
              <a:off x="10983468" y="228600"/>
              <a:ext cx="215265" cy="228600"/>
            </a:xfrm>
            <a:custGeom>
              <a:avLst/>
              <a:gdLst/>
              <a:ahLst/>
              <a:cxnLst/>
              <a:rect l="l" t="t" r="r" b="b"/>
              <a:pathLst>
                <a:path w="215265" h="228600">
                  <a:moveTo>
                    <a:pt x="0" y="228600"/>
                  </a:moveTo>
                  <a:lnTo>
                    <a:pt x="214883" y="228600"/>
                  </a:lnTo>
                  <a:lnTo>
                    <a:pt x="214883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276075" y="228600"/>
              <a:ext cx="216535" cy="228600"/>
            </a:xfrm>
            <a:custGeom>
              <a:avLst/>
              <a:gdLst/>
              <a:ahLst/>
              <a:cxnLst/>
              <a:rect l="l" t="t" r="r" b="b"/>
              <a:pathLst>
                <a:path w="216534" h="228600">
                  <a:moveTo>
                    <a:pt x="21640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16407" y="228600"/>
                  </a:lnTo>
                  <a:lnTo>
                    <a:pt x="21640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0475" y="228600"/>
              <a:ext cx="10732135" cy="914400"/>
            </a:xfrm>
            <a:custGeom>
              <a:avLst/>
              <a:gdLst/>
              <a:ahLst/>
              <a:cxnLst/>
              <a:rect l="l" t="t" r="r" b="b"/>
              <a:pathLst>
                <a:path w="10732135" h="914400">
                  <a:moveTo>
                    <a:pt x="10515600" y="228600"/>
                  </a:moveTo>
                  <a:lnTo>
                    <a:pt x="10732008" y="228600"/>
                  </a:lnTo>
                  <a:lnTo>
                    <a:pt x="10732008" y="0"/>
                  </a:lnTo>
                  <a:lnTo>
                    <a:pt x="10515600" y="0"/>
                  </a:lnTo>
                  <a:lnTo>
                    <a:pt x="10515600" y="228600"/>
                  </a:lnTo>
                  <a:close/>
                </a:path>
                <a:path w="10732135" h="914400">
                  <a:moveTo>
                    <a:pt x="0" y="914400"/>
                  </a:moveTo>
                  <a:lnTo>
                    <a:pt x="313943" y="914400"/>
                  </a:lnTo>
                  <a:lnTo>
                    <a:pt x="313943" y="582167"/>
                  </a:lnTo>
                  <a:lnTo>
                    <a:pt x="0" y="582167"/>
                  </a:lnTo>
                  <a:lnTo>
                    <a:pt x="0" y="914400"/>
                  </a:lnTo>
                  <a:close/>
                </a:path>
                <a:path w="10732135" h="914400">
                  <a:moveTo>
                    <a:pt x="342899" y="914400"/>
                  </a:moveTo>
                  <a:lnTo>
                    <a:pt x="656843" y="914400"/>
                  </a:lnTo>
                  <a:lnTo>
                    <a:pt x="656843" y="582167"/>
                  </a:lnTo>
                  <a:lnTo>
                    <a:pt x="342899" y="582167"/>
                  </a:lnTo>
                  <a:lnTo>
                    <a:pt x="342899" y="914400"/>
                  </a:lnTo>
                  <a:close/>
                </a:path>
                <a:path w="10732135" h="914400">
                  <a:moveTo>
                    <a:pt x="687324" y="914400"/>
                  </a:moveTo>
                  <a:lnTo>
                    <a:pt x="999744" y="914400"/>
                  </a:lnTo>
                  <a:lnTo>
                    <a:pt x="999744" y="582167"/>
                  </a:lnTo>
                  <a:lnTo>
                    <a:pt x="687324" y="582167"/>
                  </a:lnTo>
                  <a:lnTo>
                    <a:pt x="687324" y="9144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49501" y="1238250"/>
              <a:ext cx="9321165" cy="250190"/>
            </a:xfrm>
            <a:custGeom>
              <a:avLst/>
              <a:gdLst/>
              <a:ahLst/>
              <a:cxnLst/>
              <a:rect l="l" t="t" r="r" b="b"/>
              <a:pathLst>
                <a:path w="9321165" h="250190">
                  <a:moveTo>
                    <a:pt x="9320784" y="0"/>
                  </a:moveTo>
                  <a:lnTo>
                    <a:pt x="0" y="0"/>
                  </a:lnTo>
                  <a:lnTo>
                    <a:pt x="0" y="249936"/>
                  </a:lnTo>
                  <a:lnTo>
                    <a:pt x="9320784" y="249936"/>
                  </a:lnTo>
                  <a:lnTo>
                    <a:pt x="93207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49501" y="1238250"/>
              <a:ext cx="9321165" cy="250190"/>
            </a:xfrm>
            <a:custGeom>
              <a:avLst/>
              <a:gdLst/>
              <a:ahLst/>
              <a:cxnLst/>
              <a:rect l="l" t="t" r="r" b="b"/>
              <a:pathLst>
                <a:path w="9321165" h="250190">
                  <a:moveTo>
                    <a:pt x="0" y="249936"/>
                  </a:moveTo>
                  <a:lnTo>
                    <a:pt x="9320784" y="249936"/>
                  </a:lnTo>
                  <a:lnTo>
                    <a:pt x="9320784" y="0"/>
                  </a:lnTo>
                  <a:lnTo>
                    <a:pt x="0" y="0"/>
                  </a:lnTo>
                  <a:lnTo>
                    <a:pt x="0" y="249936"/>
                  </a:lnTo>
                  <a:close/>
                </a:path>
              </a:pathLst>
            </a:custGeom>
            <a:ln w="2539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767059" y="1216152"/>
              <a:ext cx="687705" cy="271780"/>
            </a:xfrm>
            <a:custGeom>
              <a:avLst/>
              <a:gdLst/>
              <a:ahLst/>
              <a:cxnLst/>
              <a:rect l="l" t="t" r="r" b="b"/>
              <a:pathLst>
                <a:path w="687704" h="271780">
                  <a:moveTo>
                    <a:pt x="0" y="271272"/>
                  </a:moveTo>
                  <a:lnTo>
                    <a:pt x="687324" y="271272"/>
                  </a:lnTo>
                  <a:lnTo>
                    <a:pt x="687324" y="0"/>
                  </a:lnTo>
                  <a:lnTo>
                    <a:pt x="0" y="0"/>
                  </a:lnTo>
                  <a:lnTo>
                    <a:pt x="0" y="2712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032235" y="274320"/>
              <a:ext cx="117475" cy="135890"/>
            </a:xfrm>
            <a:custGeom>
              <a:avLst/>
              <a:gdLst/>
              <a:ahLst/>
              <a:cxnLst/>
              <a:rect l="l" t="t" r="r" b="b"/>
              <a:pathLst>
                <a:path w="117475" h="135890">
                  <a:moveTo>
                    <a:pt x="0" y="135635"/>
                  </a:moveTo>
                  <a:lnTo>
                    <a:pt x="117348" y="135635"/>
                  </a:lnTo>
                  <a:lnTo>
                    <a:pt x="117348" y="0"/>
                  </a:lnTo>
                  <a:lnTo>
                    <a:pt x="0" y="0"/>
                  </a:lnTo>
                  <a:lnTo>
                    <a:pt x="0" y="1356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032235" y="274320"/>
              <a:ext cx="117475" cy="21590"/>
            </a:xfrm>
            <a:custGeom>
              <a:avLst/>
              <a:gdLst/>
              <a:ahLst/>
              <a:cxnLst/>
              <a:rect l="l" t="t" r="r" b="b"/>
              <a:pathLst>
                <a:path w="117475" h="21589">
                  <a:moveTo>
                    <a:pt x="117348" y="0"/>
                  </a:moveTo>
                  <a:lnTo>
                    <a:pt x="0" y="0"/>
                  </a:lnTo>
                  <a:lnTo>
                    <a:pt x="0" y="21335"/>
                  </a:lnTo>
                  <a:lnTo>
                    <a:pt x="117348" y="21335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 descr="gen-dedup-25afa46a09582202a40d6f31fc2ccf91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873" y="883919"/>
              <a:ext cx="137350" cy="166115"/>
            </a:xfrm>
            <a:prstGeom prst="rect">
              <a:avLst/>
            </a:prstGeom>
          </p:spPr>
        </p:pic>
        <p:pic>
          <p:nvPicPr>
            <p:cNvPr id="34" name="object 34" descr="gen-dedup-53d8cb32c6720cdad62ecd3793163a86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1773" y="883919"/>
              <a:ext cx="137350" cy="166115"/>
            </a:xfrm>
            <a:prstGeom prst="rect">
              <a:avLst/>
            </a:prstGeom>
          </p:spPr>
        </p:pic>
        <p:pic>
          <p:nvPicPr>
            <p:cNvPr id="35" name="object 35" descr="gen-dedup-fa17d56a867348b02c8a56abf7174658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5938" y="883919"/>
              <a:ext cx="117730" cy="166115"/>
            </a:xfrm>
            <a:prstGeom prst="rect">
              <a:avLst/>
            </a:prstGeom>
          </p:spPr>
        </p:pic>
        <p:pic>
          <p:nvPicPr>
            <p:cNvPr id="36" name="object 36" descr="gen-dedup-013b38688217c28f0315b66cc4dba47b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36063" y="883919"/>
              <a:ext cx="156972" cy="166115"/>
            </a:xfrm>
            <a:prstGeom prst="rect">
              <a:avLst/>
            </a:prstGeom>
          </p:spPr>
        </p:pic>
        <p:pic>
          <p:nvPicPr>
            <p:cNvPr id="37" name="object 37" descr="gen-dedup-3408d1960989eaff15e10127b414fcf2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39975" y="883919"/>
              <a:ext cx="137350" cy="166115"/>
            </a:xfrm>
            <a:prstGeom prst="rect">
              <a:avLst/>
            </a:prstGeom>
          </p:spPr>
        </p:pic>
        <p:pic>
          <p:nvPicPr>
            <p:cNvPr id="38" name="object 38" descr="gen-dedup-6e9e672aa626b1edf6db8640b2821839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24327" y="883919"/>
              <a:ext cx="156972" cy="166115"/>
            </a:xfrm>
            <a:prstGeom prst="rect">
              <a:avLst/>
            </a:prstGeom>
          </p:spPr>
        </p:pic>
        <p:pic>
          <p:nvPicPr>
            <p:cNvPr id="39" name="object 39" descr="gen-dedup-7c02ed4669765158cb6410457d6288f7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06831" y="1301661"/>
              <a:ext cx="144511" cy="11997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81227" y="1575816"/>
              <a:ext cx="10814685" cy="314325"/>
            </a:xfrm>
            <a:custGeom>
              <a:avLst/>
              <a:gdLst/>
              <a:ahLst/>
              <a:cxnLst/>
              <a:rect l="l" t="t" r="r" b="b"/>
              <a:pathLst>
                <a:path w="10814685" h="314325">
                  <a:moveTo>
                    <a:pt x="10814304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10814304" y="313943"/>
                  </a:lnTo>
                  <a:lnTo>
                    <a:pt x="108143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404218"/>
              </p:ext>
            </p:extLst>
          </p:nvPr>
        </p:nvGraphicFramePr>
        <p:xfrm>
          <a:off x="205188" y="1929766"/>
          <a:ext cx="7376452" cy="417875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95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6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824">
                <a:tc>
                  <a:txBody>
                    <a:bodyPr/>
                    <a:lstStyle/>
                    <a:p>
                      <a:pPr marL="144145" marR="1206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400" spc="-25"/>
                        <a:t>플랫폼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195580" marB="0"/>
                </a:tc>
                <a:tc gridSpan="3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400" spc="-10" dirty="0"/>
                        <a:t>PC(Windows)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9431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043">
                <a:tc>
                  <a:txBody>
                    <a:bodyPr/>
                    <a:lstStyle/>
                    <a:p>
                      <a:pPr marL="144145" marR="1206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400"/>
                        <a:t>개발</a:t>
                      </a:r>
                      <a:r>
                        <a:rPr sz="1400" spc="-110"/>
                        <a:t> </a:t>
                      </a:r>
                      <a:r>
                        <a:rPr sz="1400" spc="-25"/>
                        <a:t>인원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195580" marB="0"/>
                </a:tc>
                <a:tc>
                  <a:txBody>
                    <a:bodyPr/>
                    <a:lstStyle/>
                    <a:p>
                      <a:pPr marL="95250" marR="21590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400" spc="-10"/>
                        <a:t>1인(개인)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9558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400" dirty="0" err="1"/>
                        <a:t>개발</a:t>
                      </a:r>
                      <a:r>
                        <a:rPr sz="1400" spc="-110" dirty="0"/>
                        <a:t> </a:t>
                      </a:r>
                      <a:r>
                        <a:rPr sz="1400" spc="-25" dirty="0" err="1"/>
                        <a:t>기간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195580" marB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lang="en-US" altLang="ko-KR" sz="1400" dirty="0"/>
                        <a:t>2025.</a:t>
                      </a:r>
                      <a:r>
                        <a:rPr lang="ko-KR" altLang="en-US" sz="1400" spc="-30" dirty="0"/>
                        <a:t> </a:t>
                      </a:r>
                      <a:r>
                        <a:rPr lang="en-US" altLang="ko-KR" sz="1400" dirty="0"/>
                        <a:t>12.</a:t>
                      </a:r>
                      <a:r>
                        <a:rPr lang="ko-KR" altLang="en-US" sz="1400" spc="-15" dirty="0"/>
                        <a:t> </a:t>
                      </a:r>
                      <a:r>
                        <a:rPr lang="en-US" altLang="ko-KR" sz="1400" dirty="0"/>
                        <a:t>05</a:t>
                      </a:r>
                      <a:r>
                        <a:rPr lang="ko-KR" altLang="en-US" sz="1400" spc="-2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spc="-10" dirty="0"/>
                        <a:t> </a:t>
                      </a:r>
                      <a:r>
                        <a:rPr lang="en-US" altLang="ko-KR" sz="1400" dirty="0"/>
                        <a:t>2026.</a:t>
                      </a:r>
                      <a:r>
                        <a:rPr lang="ko-KR" altLang="en-US" sz="1400" spc="-30" dirty="0"/>
                        <a:t> </a:t>
                      </a:r>
                      <a:r>
                        <a:rPr lang="en-US" altLang="ko-KR" sz="1400" dirty="0"/>
                        <a:t>02.</a:t>
                      </a:r>
                      <a:r>
                        <a:rPr lang="ko-KR" altLang="en-US" sz="1400" spc="-15" dirty="0"/>
                        <a:t> </a:t>
                      </a:r>
                      <a:r>
                        <a:rPr lang="en-US" altLang="ko-KR" sz="1400" spc="-25" dirty="0"/>
                        <a:t>04</a:t>
                      </a:r>
                      <a:endParaRPr lang="ko-KR" altLang="en-US" sz="1400" dirty="0"/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대략</a:t>
                      </a:r>
                      <a:r>
                        <a:rPr lang="ko-KR" altLang="en-US" sz="1400" spc="-125" dirty="0"/>
                        <a:t> </a:t>
                      </a:r>
                      <a:r>
                        <a:rPr lang="en-US" altLang="ko-KR" sz="1400" spc="-25" dirty="0"/>
                        <a:t>2</a:t>
                      </a:r>
                      <a:r>
                        <a:rPr lang="ko-KR" altLang="en-US" sz="1400" spc="-25" dirty="0"/>
                        <a:t>달</a:t>
                      </a:r>
                      <a:r>
                        <a:rPr lang="en-US" altLang="ko-KR" sz="1400" spc="-25" dirty="0"/>
                        <a:t>)</a:t>
                      </a:r>
                      <a:endParaRPr lang="ko-KR" altLang="en-US" sz="1400" dirty="0">
                        <a:latin typeface="Arial"/>
                        <a:cs typeface="Arial"/>
                      </a:endParaRPr>
                    </a:p>
                  </a:txBody>
                  <a:tcPr marL="0" marR="0" marT="8763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8515">
                <a:tc>
                  <a:txBody>
                    <a:bodyPr/>
                    <a:lstStyle/>
                    <a:p>
                      <a:pPr marL="144145" marR="1206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400"/>
                        <a:t>개발</a:t>
                      </a:r>
                      <a:r>
                        <a:rPr sz="1400" spc="-110"/>
                        <a:t> </a:t>
                      </a:r>
                      <a:r>
                        <a:rPr sz="1400" spc="-25"/>
                        <a:t>도구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 marL="95250" marR="21590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400"/>
                        <a:t>C++,</a:t>
                      </a:r>
                      <a:r>
                        <a:rPr sz="1400" spc="-35"/>
                        <a:t> </a:t>
                      </a:r>
                      <a:r>
                        <a:rPr sz="1400" spc="-10"/>
                        <a:t>WinAPI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431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400"/>
                        <a:t>동영상</a:t>
                      </a:r>
                      <a:r>
                        <a:rPr sz="1400" spc="-120"/>
                        <a:t> </a:t>
                      </a:r>
                      <a:r>
                        <a:rPr sz="1400" spc="-35"/>
                        <a:t>링크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lang="ko-KR" altLang="en-US" sz="1400" u="heavy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hlinkClick r:id="rId12"/>
                        </a:rPr>
                        <a:t>유튜브</a:t>
                      </a:r>
                      <a:r>
                        <a:rPr lang="ko-KR" altLang="en-US" sz="1400" u="heavy" spc="-12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hlinkClick r:id="rId12"/>
                        </a:rPr>
                        <a:t> </a:t>
                      </a:r>
                      <a:r>
                        <a:rPr lang="ko-KR" altLang="en-US" sz="1400" u="heavy" spc="-2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hlinkClick r:id="rId12"/>
                        </a:rPr>
                        <a:t>링크</a:t>
                      </a:r>
                      <a:endParaRPr lang="ko-KR" altLang="en-US"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18986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68375">
                <a:tc>
                  <a:txBody>
                    <a:bodyPr/>
                    <a:lstStyle/>
                    <a:p>
                      <a:pPr marL="144145" marR="1206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spc="-25"/>
                        <a:t>요약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/>
                </a:tc>
                <a:tc gridSpan="3">
                  <a:txBody>
                    <a:bodyPr/>
                    <a:lstStyle/>
                    <a:p>
                      <a:pPr marL="95250" marR="99695">
                        <a:lnSpc>
                          <a:spcPts val="1630"/>
                        </a:lnSpc>
                        <a:spcBef>
                          <a:spcPts val="819"/>
                        </a:spcBef>
                      </a:pPr>
                      <a:r>
                        <a:rPr sz="1400" dirty="0" err="1"/>
                        <a:t>플레이어는</a:t>
                      </a:r>
                      <a:r>
                        <a:rPr sz="1400" spc="-125" dirty="0"/>
                        <a:t> </a:t>
                      </a:r>
                      <a:r>
                        <a:rPr sz="1400" dirty="0" err="1"/>
                        <a:t>마우스</a:t>
                      </a:r>
                      <a:r>
                        <a:rPr sz="1400" spc="-120" dirty="0"/>
                        <a:t> </a:t>
                      </a:r>
                      <a:r>
                        <a:rPr sz="1400" dirty="0" err="1"/>
                        <a:t>조작을</a:t>
                      </a:r>
                      <a:r>
                        <a:rPr sz="1400" spc="-125" dirty="0"/>
                        <a:t> </a:t>
                      </a:r>
                      <a:r>
                        <a:rPr sz="1400" dirty="0" err="1"/>
                        <a:t>통하여</a:t>
                      </a:r>
                      <a:r>
                        <a:rPr sz="1400" spc="-110" dirty="0"/>
                        <a:t> </a:t>
                      </a:r>
                      <a:r>
                        <a:rPr sz="1400" dirty="0" err="1"/>
                        <a:t>이동</a:t>
                      </a:r>
                      <a:r>
                        <a:rPr sz="1400" dirty="0"/>
                        <a:t>,</a:t>
                      </a:r>
                      <a:r>
                        <a:rPr sz="1400" spc="-25" dirty="0"/>
                        <a:t> </a:t>
                      </a:r>
                      <a:r>
                        <a:rPr sz="1400" dirty="0" err="1"/>
                        <a:t>상호작용을</a:t>
                      </a:r>
                      <a:r>
                        <a:rPr sz="1400" spc="-120" dirty="0"/>
                        <a:t> </a:t>
                      </a:r>
                      <a:r>
                        <a:rPr sz="1400" dirty="0"/>
                        <a:t>할</a:t>
                      </a:r>
                      <a:r>
                        <a:rPr sz="1400" spc="-110" dirty="0"/>
                        <a:t> </a:t>
                      </a:r>
                      <a:r>
                        <a:rPr sz="1400" dirty="0"/>
                        <a:t>수</a:t>
                      </a:r>
                      <a:r>
                        <a:rPr sz="1400" spc="-110" dirty="0"/>
                        <a:t> </a:t>
                      </a:r>
                      <a:r>
                        <a:rPr sz="1400" dirty="0" err="1"/>
                        <a:t>있으며</a:t>
                      </a:r>
                      <a:r>
                        <a:rPr sz="1400" dirty="0"/>
                        <a:t>,</a:t>
                      </a:r>
                      <a:r>
                        <a:rPr sz="1400" spc="-15" dirty="0"/>
                        <a:t> </a:t>
                      </a:r>
                      <a:r>
                        <a:rPr sz="1400" spc="-50" dirty="0"/>
                        <a:t>최 </a:t>
                      </a:r>
                      <a:r>
                        <a:rPr sz="1400" dirty="0"/>
                        <a:t>종</a:t>
                      </a:r>
                      <a:r>
                        <a:rPr sz="1400" spc="-110" dirty="0"/>
                        <a:t> </a:t>
                      </a:r>
                      <a:r>
                        <a:rPr sz="1400" dirty="0" err="1"/>
                        <a:t>목표인</a:t>
                      </a:r>
                      <a:r>
                        <a:rPr sz="1400" spc="-125" dirty="0"/>
                        <a:t> </a:t>
                      </a:r>
                      <a:r>
                        <a:rPr sz="1400" dirty="0" err="1"/>
                        <a:t>최종</a:t>
                      </a:r>
                      <a:r>
                        <a:rPr sz="1400" spc="-110" dirty="0"/>
                        <a:t> </a:t>
                      </a:r>
                      <a:r>
                        <a:rPr sz="1400" dirty="0" err="1"/>
                        <a:t>보스</a:t>
                      </a:r>
                      <a:r>
                        <a:rPr sz="1400" spc="-110" dirty="0"/>
                        <a:t> </a:t>
                      </a:r>
                      <a:r>
                        <a:rPr sz="1400" dirty="0" err="1"/>
                        <a:t>몬스터를</a:t>
                      </a:r>
                      <a:r>
                        <a:rPr sz="1400" spc="-135" dirty="0"/>
                        <a:t> </a:t>
                      </a:r>
                      <a:r>
                        <a:rPr sz="1400" dirty="0" err="1"/>
                        <a:t>쓰러트리는</a:t>
                      </a:r>
                      <a:r>
                        <a:rPr sz="1400" spc="-125" dirty="0"/>
                        <a:t> </a:t>
                      </a:r>
                      <a:r>
                        <a:rPr sz="1400" dirty="0" err="1"/>
                        <a:t>것을</a:t>
                      </a:r>
                      <a:r>
                        <a:rPr sz="1400" spc="-110" dirty="0"/>
                        <a:t> </a:t>
                      </a:r>
                      <a:r>
                        <a:rPr sz="1400" dirty="0" err="1"/>
                        <a:t>목적으로</a:t>
                      </a:r>
                      <a:r>
                        <a:rPr sz="1400" spc="-125" dirty="0"/>
                        <a:t> </a:t>
                      </a:r>
                      <a:r>
                        <a:rPr sz="1400" spc="-25" dirty="0" err="1"/>
                        <a:t>한다</a:t>
                      </a:r>
                      <a:r>
                        <a:rPr sz="1400" spc="-25" dirty="0"/>
                        <a:t>.</a:t>
                      </a:r>
                      <a:endParaRPr sz="1400" dirty="0"/>
                    </a:p>
                    <a:p>
                      <a:pPr marL="95250">
                        <a:lnSpc>
                          <a:spcPts val="1655"/>
                        </a:lnSpc>
                        <a:spcBef>
                          <a:spcPts val="5"/>
                        </a:spcBef>
                      </a:pPr>
                      <a:r>
                        <a:rPr sz="1400" dirty="0" err="1"/>
                        <a:t>최종</a:t>
                      </a:r>
                      <a:r>
                        <a:rPr sz="1400" spc="-110" dirty="0"/>
                        <a:t> </a:t>
                      </a:r>
                      <a:r>
                        <a:rPr sz="1400" dirty="0" err="1"/>
                        <a:t>보스</a:t>
                      </a:r>
                      <a:r>
                        <a:rPr sz="1400" spc="-125" dirty="0"/>
                        <a:t> </a:t>
                      </a:r>
                      <a:r>
                        <a:rPr sz="1400" dirty="0" err="1"/>
                        <a:t>몬스터를</a:t>
                      </a:r>
                      <a:r>
                        <a:rPr sz="1400" spc="-120" dirty="0"/>
                        <a:t> </a:t>
                      </a:r>
                      <a:r>
                        <a:rPr sz="1400" dirty="0" err="1"/>
                        <a:t>쓰러트리기</a:t>
                      </a:r>
                      <a:r>
                        <a:rPr sz="1400" spc="-125" dirty="0"/>
                        <a:t> </a:t>
                      </a:r>
                      <a:r>
                        <a:rPr sz="1400" dirty="0" err="1"/>
                        <a:t>위해서</a:t>
                      </a:r>
                      <a:r>
                        <a:rPr sz="1400" spc="-125" dirty="0"/>
                        <a:t> </a:t>
                      </a:r>
                      <a:r>
                        <a:rPr sz="1400" dirty="0" err="1"/>
                        <a:t>플레이어는</a:t>
                      </a:r>
                      <a:r>
                        <a:rPr sz="1400" spc="-120" dirty="0"/>
                        <a:t> </a:t>
                      </a:r>
                      <a:r>
                        <a:rPr sz="1400" dirty="0" err="1"/>
                        <a:t>재화를</a:t>
                      </a:r>
                      <a:r>
                        <a:rPr sz="1400" spc="-125" dirty="0"/>
                        <a:t> </a:t>
                      </a:r>
                      <a:r>
                        <a:rPr sz="1400" spc="-20" dirty="0" err="1"/>
                        <a:t>수집하여</a:t>
                      </a:r>
                      <a:r>
                        <a:rPr sz="1400" dirty="0"/>
                        <a:t>,</a:t>
                      </a:r>
                      <a:endParaRPr lang="en-US" sz="1400" dirty="0"/>
                    </a:p>
                    <a:p>
                      <a:pPr marL="95250">
                        <a:lnSpc>
                          <a:spcPts val="1655"/>
                        </a:lnSpc>
                        <a:spcBef>
                          <a:spcPts val="5"/>
                        </a:spcBef>
                      </a:pPr>
                      <a:r>
                        <a:rPr sz="1400" spc="-10" dirty="0" err="1"/>
                        <a:t>한정된</a:t>
                      </a:r>
                      <a:r>
                        <a:rPr sz="1400" spc="-110" dirty="0"/>
                        <a:t> </a:t>
                      </a:r>
                      <a:r>
                        <a:rPr sz="1400" spc="-10" dirty="0" err="1"/>
                        <a:t>자원으로</a:t>
                      </a:r>
                      <a:r>
                        <a:rPr sz="1400" spc="-114" dirty="0"/>
                        <a:t> </a:t>
                      </a:r>
                      <a:r>
                        <a:rPr sz="1400" spc="-10" dirty="0" err="1"/>
                        <a:t>아이템을</a:t>
                      </a:r>
                      <a:r>
                        <a:rPr sz="1400" spc="-110" dirty="0"/>
                        <a:t> </a:t>
                      </a:r>
                      <a:r>
                        <a:rPr sz="1400" spc="-10" dirty="0" err="1"/>
                        <a:t>만들어</a:t>
                      </a:r>
                      <a:r>
                        <a:rPr sz="1400" spc="-114" dirty="0"/>
                        <a:t> </a:t>
                      </a:r>
                      <a:r>
                        <a:rPr sz="1400" spc="-10" dirty="0" err="1"/>
                        <a:t>보스에</a:t>
                      </a:r>
                      <a:r>
                        <a:rPr sz="1400" spc="-114" dirty="0"/>
                        <a:t> </a:t>
                      </a:r>
                      <a:r>
                        <a:rPr sz="1400" dirty="0" err="1"/>
                        <a:t>도전할</a:t>
                      </a:r>
                      <a:r>
                        <a:rPr sz="1400" spc="-95" dirty="0"/>
                        <a:t> </a:t>
                      </a:r>
                      <a:r>
                        <a:rPr sz="1400" dirty="0"/>
                        <a:t>수</a:t>
                      </a:r>
                      <a:r>
                        <a:rPr sz="1400" spc="-100" dirty="0"/>
                        <a:t> </a:t>
                      </a:r>
                      <a:r>
                        <a:rPr sz="1400" spc="-25" dirty="0" err="1"/>
                        <a:t>있다</a:t>
                      </a:r>
                      <a:r>
                        <a:rPr sz="1400" spc="-25" dirty="0"/>
                        <a:t>.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0413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85375">
                <a:tc>
                  <a:txBody>
                    <a:bodyPr/>
                    <a:lstStyle/>
                    <a:p>
                      <a:pPr marL="144145" marR="1206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spc="-25"/>
                        <a:t>동기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/>
                </a:tc>
                <a:tc gridSpan="3">
                  <a:txBody>
                    <a:bodyPr/>
                    <a:lstStyle/>
                    <a:p>
                      <a:pPr marL="95250" marR="137795">
                        <a:lnSpc>
                          <a:spcPts val="1630"/>
                        </a:lnSpc>
                        <a:spcBef>
                          <a:spcPts val="819"/>
                        </a:spcBef>
                      </a:pPr>
                      <a:r>
                        <a:rPr sz="1400" dirty="0" err="1"/>
                        <a:t>게임</a:t>
                      </a:r>
                      <a:r>
                        <a:rPr sz="1400" spc="-110" dirty="0"/>
                        <a:t> </a:t>
                      </a:r>
                      <a:r>
                        <a:rPr sz="1400" dirty="0" err="1"/>
                        <a:t>엔진을</a:t>
                      </a:r>
                      <a:r>
                        <a:rPr sz="1400" spc="-120" dirty="0"/>
                        <a:t> </a:t>
                      </a:r>
                      <a:r>
                        <a:rPr sz="1400" dirty="0" err="1"/>
                        <a:t>의존하지</a:t>
                      </a:r>
                      <a:r>
                        <a:rPr sz="1400" spc="-120" dirty="0"/>
                        <a:t> </a:t>
                      </a:r>
                      <a:r>
                        <a:rPr sz="1400" dirty="0" err="1"/>
                        <a:t>않고</a:t>
                      </a:r>
                      <a:r>
                        <a:rPr sz="1400" dirty="0"/>
                        <a:t>,</a:t>
                      </a:r>
                      <a:r>
                        <a:rPr sz="1400" spc="-10" dirty="0"/>
                        <a:t> </a:t>
                      </a:r>
                      <a:r>
                        <a:rPr sz="1400" dirty="0" err="1"/>
                        <a:t>WinAPI를</a:t>
                      </a:r>
                      <a:r>
                        <a:rPr sz="1400" spc="-145" dirty="0"/>
                        <a:t> </a:t>
                      </a:r>
                      <a:r>
                        <a:rPr sz="1400" dirty="0" err="1"/>
                        <a:t>이용하여</a:t>
                      </a:r>
                      <a:r>
                        <a:rPr sz="1400" spc="-125" dirty="0"/>
                        <a:t> </a:t>
                      </a:r>
                      <a:r>
                        <a:rPr sz="1400" dirty="0" err="1"/>
                        <a:t>완전</a:t>
                      </a:r>
                      <a:r>
                        <a:rPr sz="1400" spc="-105" dirty="0"/>
                        <a:t> </a:t>
                      </a:r>
                      <a:r>
                        <a:rPr sz="1400" dirty="0" err="1"/>
                        <a:t>밑바닥부터</a:t>
                      </a:r>
                      <a:r>
                        <a:rPr sz="1400" spc="-120" dirty="0"/>
                        <a:t> </a:t>
                      </a:r>
                      <a:r>
                        <a:rPr sz="1400" spc="-50" dirty="0"/>
                        <a:t>게 </a:t>
                      </a:r>
                      <a:r>
                        <a:rPr sz="1400" dirty="0" err="1"/>
                        <a:t>임을</a:t>
                      </a:r>
                      <a:r>
                        <a:rPr sz="1400" spc="-110" dirty="0"/>
                        <a:t> </a:t>
                      </a:r>
                      <a:r>
                        <a:rPr sz="1400" dirty="0" err="1"/>
                        <a:t>만들어보고자</a:t>
                      </a:r>
                      <a:r>
                        <a:rPr sz="1400" spc="-135" dirty="0"/>
                        <a:t> </a:t>
                      </a:r>
                      <a:r>
                        <a:rPr sz="1400" dirty="0" err="1"/>
                        <a:t>모작에</a:t>
                      </a:r>
                      <a:r>
                        <a:rPr sz="1400" spc="-125" dirty="0"/>
                        <a:t> </a:t>
                      </a:r>
                      <a:r>
                        <a:rPr sz="1400" dirty="0" err="1"/>
                        <a:t>도전하게</a:t>
                      </a:r>
                      <a:r>
                        <a:rPr sz="1400" spc="-125" dirty="0"/>
                        <a:t> </a:t>
                      </a:r>
                      <a:r>
                        <a:rPr sz="1400" spc="-20" dirty="0" err="1"/>
                        <a:t>되었다</a:t>
                      </a:r>
                      <a:r>
                        <a:rPr sz="1400" spc="-20" dirty="0"/>
                        <a:t>.</a:t>
                      </a:r>
                      <a:endParaRPr sz="1400" dirty="0"/>
                    </a:p>
                    <a:p>
                      <a:pPr marL="95250" marR="247650">
                        <a:lnSpc>
                          <a:spcPts val="1630"/>
                        </a:lnSpc>
                        <a:spcBef>
                          <a:spcPts val="100"/>
                        </a:spcBef>
                      </a:pPr>
                      <a:r>
                        <a:rPr sz="1400" dirty="0" err="1"/>
                        <a:t>게임</a:t>
                      </a:r>
                      <a:r>
                        <a:rPr sz="1400" spc="-110" dirty="0"/>
                        <a:t> </a:t>
                      </a:r>
                      <a:r>
                        <a:rPr sz="1400" dirty="0" err="1"/>
                        <a:t>실행의</a:t>
                      </a:r>
                      <a:r>
                        <a:rPr sz="1400" spc="-125" dirty="0"/>
                        <a:t> </a:t>
                      </a:r>
                      <a:r>
                        <a:rPr sz="1400" dirty="0" err="1"/>
                        <a:t>전체적인</a:t>
                      </a:r>
                      <a:r>
                        <a:rPr sz="1400" spc="-120" dirty="0"/>
                        <a:t> </a:t>
                      </a:r>
                      <a:r>
                        <a:rPr sz="1400" dirty="0" err="1"/>
                        <a:t>파이프라인을</a:t>
                      </a:r>
                      <a:r>
                        <a:rPr sz="1400" spc="-135" dirty="0"/>
                        <a:t> </a:t>
                      </a:r>
                      <a:r>
                        <a:rPr sz="1400" dirty="0" err="1"/>
                        <a:t>파악하고</a:t>
                      </a:r>
                      <a:r>
                        <a:rPr sz="1400" dirty="0"/>
                        <a:t>,</a:t>
                      </a:r>
                      <a:r>
                        <a:rPr sz="1400" spc="-25" dirty="0"/>
                        <a:t> </a:t>
                      </a:r>
                      <a:r>
                        <a:rPr sz="1400" dirty="0" err="1"/>
                        <a:t>이를</a:t>
                      </a:r>
                      <a:r>
                        <a:rPr sz="1400" spc="-110" dirty="0"/>
                        <a:t> </a:t>
                      </a:r>
                      <a:r>
                        <a:rPr sz="1400" dirty="0" err="1"/>
                        <a:t>스스로</a:t>
                      </a:r>
                      <a:r>
                        <a:rPr sz="1400" spc="-125" dirty="0"/>
                        <a:t> </a:t>
                      </a:r>
                      <a:r>
                        <a:rPr sz="1400" spc="-25" dirty="0" err="1"/>
                        <a:t>설계해</a:t>
                      </a:r>
                      <a:r>
                        <a:rPr sz="1400" spc="-25" dirty="0"/>
                        <a:t> </a:t>
                      </a:r>
                      <a:r>
                        <a:rPr sz="1400" dirty="0" err="1"/>
                        <a:t>보고자</a:t>
                      </a:r>
                      <a:r>
                        <a:rPr sz="1400" spc="-125" dirty="0"/>
                        <a:t> </a:t>
                      </a:r>
                      <a:r>
                        <a:rPr sz="1400" dirty="0" err="1"/>
                        <a:t>하여</a:t>
                      </a:r>
                      <a:r>
                        <a:rPr sz="1400" spc="-110" dirty="0"/>
                        <a:t> </a:t>
                      </a:r>
                      <a:r>
                        <a:rPr sz="1400" dirty="0" err="1"/>
                        <a:t>시작하게</a:t>
                      </a:r>
                      <a:r>
                        <a:rPr sz="1400" spc="-120" dirty="0"/>
                        <a:t> </a:t>
                      </a:r>
                      <a:r>
                        <a:rPr sz="1400" spc="-20" dirty="0" err="1"/>
                        <a:t>되었다</a:t>
                      </a:r>
                      <a:r>
                        <a:rPr sz="1400" spc="-20" dirty="0"/>
                        <a:t>.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0413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4626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3" name="object 4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717219" y="2260954"/>
            <a:ext cx="4154423" cy="3268979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3FA0D0E-FED7-8241-5BFE-18ADA96ACE08}"/>
              </a:ext>
            </a:extLst>
          </p:cNvPr>
          <p:cNvSpPr txBox="1"/>
          <p:nvPr/>
        </p:nvSpPr>
        <p:spPr>
          <a:xfrm>
            <a:off x="148485" y="478864"/>
            <a:ext cx="4728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파일</a:t>
            </a:r>
            <a:r>
              <a:rPr lang="en-US" altLang="ko-KR" sz="1200" dirty="0"/>
              <a:t>(F)</a:t>
            </a:r>
            <a:r>
              <a:rPr lang="ko-KR" altLang="en-US" sz="1200" spc="475" dirty="0"/>
              <a:t> </a:t>
            </a:r>
            <a:r>
              <a:rPr lang="ko-KR" altLang="en-US" sz="1200" dirty="0"/>
              <a:t>편집</a:t>
            </a:r>
            <a:r>
              <a:rPr lang="en-US" altLang="ko-KR" sz="1200" dirty="0"/>
              <a:t>(E)</a:t>
            </a:r>
            <a:r>
              <a:rPr lang="ko-KR" altLang="en-US" sz="1200" spc="490" dirty="0"/>
              <a:t> </a:t>
            </a:r>
            <a:r>
              <a:rPr lang="ko-KR" altLang="en-US" sz="1200" dirty="0"/>
              <a:t>보기</a:t>
            </a:r>
            <a:r>
              <a:rPr lang="en-US" altLang="ko-KR" sz="1200" dirty="0"/>
              <a:t>(V)</a:t>
            </a:r>
            <a:r>
              <a:rPr lang="ko-KR" altLang="en-US" sz="1200" spc="475" dirty="0"/>
              <a:t> </a:t>
            </a:r>
            <a:r>
              <a:rPr lang="ko-KR" altLang="en-US" sz="1200" dirty="0"/>
              <a:t>도구</a:t>
            </a:r>
            <a:r>
              <a:rPr lang="en-US" altLang="ko-KR" sz="1200" dirty="0"/>
              <a:t>(T)</a:t>
            </a:r>
            <a:r>
              <a:rPr lang="ko-KR" altLang="en-US" sz="1200" spc="125" dirty="0"/>
              <a:t>  </a:t>
            </a:r>
            <a:r>
              <a:rPr lang="ko-KR" altLang="en-US" sz="1200" spc="-10" dirty="0"/>
              <a:t>도움말</a:t>
            </a:r>
            <a:r>
              <a:rPr lang="en-US" altLang="ko-KR" sz="1200" spc="-10" dirty="0"/>
              <a:t>(H)</a:t>
            </a:r>
            <a:endParaRPr lang="ko-KR" alt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445F98-26E5-CFF8-35C7-107DA8F8E8B1}"/>
              </a:ext>
            </a:extLst>
          </p:cNvPr>
          <p:cNvSpPr txBox="1"/>
          <p:nvPr/>
        </p:nvSpPr>
        <p:spPr>
          <a:xfrm>
            <a:off x="213561" y="1225468"/>
            <a:ext cx="3890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0" dirty="0"/>
              <a:t>주소</a:t>
            </a:r>
            <a:r>
              <a:rPr lang="en-US" altLang="ko-KR" sz="1200" spc="-10" dirty="0"/>
              <a:t>(D)</a:t>
            </a:r>
            <a:r>
              <a:rPr lang="en-US" altLang="ko-KR" sz="1200" dirty="0"/>
              <a:t>	</a:t>
            </a:r>
            <a:r>
              <a:rPr lang="en-US" altLang="ko-KR" sz="1200" spc="-10" dirty="0"/>
              <a:t>C:\Portfolio\Projects\WinAPI_DontStarv</a:t>
            </a:r>
            <a:r>
              <a:rPr lang="en-US" altLang="ko-KR" sz="1200" spc="-25" dirty="0"/>
              <a:t>e</a:t>
            </a:r>
            <a:endParaRPr lang="en-US" altLang="ko-KR" sz="1200" dirty="0">
              <a:latin typeface="Arial"/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AB4268-C4F8-7D02-11E0-28E68B89C982}"/>
              </a:ext>
            </a:extLst>
          </p:cNvPr>
          <p:cNvSpPr txBox="1"/>
          <p:nvPr/>
        </p:nvSpPr>
        <p:spPr>
          <a:xfrm>
            <a:off x="170978" y="1597223"/>
            <a:ext cx="2496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spc="-10" dirty="0" err="1">
                <a:solidFill>
                  <a:schemeClr val="bg1"/>
                </a:solidFill>
              </a:rPr>
              <a:t>WinAPI_DontStarv</a:t>
            </a:r>
            <a:r>
              <a:rPr lang="en-US" altLang="ko-KR" sz="1400" b="1" spc="-25" dirty="0" err="1">
                <a:solidFill>
                  <a:schemeClr val="bg1"/>
                </a:solidFill>
              </a:rPr>
              <a:t>e</a:t>
            </a:r>
            <a:r>
              <a:rPr lang="en-US" altLang="ko-KR" sz="1400" b="1" spc="-25" dirty="0">
                <a:solidFill>
                  <a:schemeClr val="bg1"/>
                </a:solidFill>
              </a:rPr>
              <a:t> </a:t>
            </a:r>
            <a:r>
              <a:rPr lang="ko-KR" altLang="en-US" sz="1400" b="1" spc="-25" dirty="0">
                <a:solidFill>
                  <a:schemeClr val="bg1"/>
                </a:solidFill>
              </a:rPr>
              <a:t>모작</a:t>
            </a:r>
            <a:endParaRPr lang="ko-KR" altLang="en-US" sz="1400" b="1"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4AF3F4-677A-C0E9-B831-006DD9B02C7F}"/>
              </a:ext>
            </a:extLst>
          </p:cNvPr>
          <p:cNvSpPr txBox="1"/>
          <p:nvPr/>
        </p:nvSpPr>
        <p:spPr>
          <a:xfrm>
            <a:off x="11720795" y="125261"/>
            <a:ext cx="305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spc="-75" baseline="-6172" dirty="0">
                <a:latin typeface="Arial"/>
                <a:cs typeface="Arial"/>
              </a:rPr>
              <a:t>X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A9CB45-AF38-3275-CDCB-B93E994198FC}"/>
              </a:ext>
            </a:extLst>
          </p:cNvPr>
          <p:cNvSpPr txBox="1"/>
          <p:nvPr/>
        </p:nvSpPr>
        <p:spPr>
          <a:xfrm>
            <a:off x="11067482" y="31402"/>
            <a:ext cx="305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spc="-50" dirty="0">
                <a:latin typeface="Arial"/>
                <a:cs typeface="Arial"/>
              </a:rPr>
              <a:t>_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201" y="172592"/>
            <a:ext cx="145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WinAPI_DontStarve.exe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01398" y="180593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66927" y="612648"/>
            <a:ext cx="11058525" cy="37846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38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45"/>
              </a:spcBef>
            </a:pPr>
            <a:r>
              <a:rPr sz="2000" i="0" dirty="0">
                <a:latin typeface="Malgun Gothic"/>
                <a:cs typeface="Malgun Gothic"/>
              </a:rPr>
              <a:t>그리드</a:t>
            </a:r>
            <a:r>
              <a:rPr sz="2000" i="0" spc="-275" dirty="0">
                <a:latin typeface="Malgun Gothic"/>
                <a:cs typeface="Malgun Gothic"/>
              </a:rPr>
              <a:t> </a:t>
            </a:r>
            <a:r>
              <a:rPr sz="2000" i="0" dirty="0">
                <a:latin typeface="Malgun Gothic"/>
                <a:cs typeface="Malgun Gothic"/>
              </a:rPr>
              <a:t>공간</a:t>
            </a:r>
            <a:r>
              <a:rPr sz="2000" i="0" spc="-260" dirty="0">
                <a:latin typeface="Malgun Gothic"/>
                <a:cs typeface="Malgun Gothic"/>
              </a:rPr>
              <a:t> </a:t>
            </a:r>
            <a:r>
              <a:rPr sz="2000" i="0" dirty="0">
                <a:latin typeface="Malgun Gothic"/>
                <a:cs typeface="Malgun Gothic"/>
              </a:rPr>
              <a:t>분할</a:t>
            </a:r>
            <a:r>
              <a:rPr sz="2000" i="0" spc="-260" dirty="0">
                <a:latin typeface="Malgun Gothic"/>
                <a:cs typeface="Malgun Gothic"/>
              </a:rPr>
              <a:t> </a:t>
            </a:r>
            <a:r>
              <a:rPr sz="2000" i="0" dirty="0">
                <a:latin typeface="Malgun Gothic"/>
                <a:cs typeface="Malgun Gothic"/>
              </a:rPr>
              <a:t>컬링</a:t>
            </a:r>
            <a:r>
              <a:rPr sz="2000" i="0" spc="-260" dirty="0">
                <a:latin typeface="Malgun Gothic"/>
                <a:cs typeface="Malgun Gothic"/>
              </a:rPr>
              <a:t> </a:t>
            </a:r>
            <a:r>
              <a:rPr sz="2000" i="0" spc="-25" dirty="0">
                <a:latin typeface="Malgun Gothic"/>
                <a:cs typeface="Malgun Gothic"/>
              </a:rPr>
              <a:t>설계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7558" y="1056386"/>
            <a:ext cx="11111230" cy="1421765"/>
            <a:chOff x="527558" y="1056386"/>
            <a:chExt cx="11111230" cy="1421765"/>
          </a:xfrm>
        </p:grpSpPr>
        <p:sp>
          <p:nvSpPr>
            <p:cNvPr id="6" name="object 6"/>
            <p:cNvSpPr/>
            <p:nvPr/>
          </p:nvSpPr>
          <p:spPr>
            <a:xfrm>
              <a:off x="540258" y="1069086"/>
              <a:ext cx="11085830" cy="1396365"/>
            </a:xfrm>
            <a:custGeom>
              <a:avLst/>
              <a:gdLst/>
              <a:ahLst/>
              <a:cxnLst/>
              <a:rect l="l" t="t" r="r" b="b"/>
              <a:pathLst>
                <a:path w="11085830" h="1396364">
                  <a:moveTo>
                    <a:pt x="11085576" y="0"/>
                  </a:moveTo>
                  <a:lnTo>
                    <a:pt x="0" y="0"/>
                  </a:lnTo>
                  <a:lnTo>
                    <a:pt x="0" y="1395984"/>
                  </a:lnTo>
                  <a:lnTo>
                    <a:pt x="11085576" y="1395984"/>
                  </a:lnTo>
                  <a:lnTo>
                    <a:pt x="11085576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0258" y="1069086"/>
              <a:ext cx="11085830" cy="1396365"/>
            </a:xfrm>
            <a:custGeom>
              <a:avLst/>
              <a:gdLst/>
              <a:ahLst/>
              <a:cxnLst/>
              <a:rect l="l" t="t" r="r" b="b"/>
              <a:pathLst>
                <a:path w="11085830" h="1396364">
                  <a:moveTo>
                    <a:pt x="0" y="1395984"/>
                  </a:moveTo>
                  <a:lnTo>
                    <a:pt x="11085576" y="1395984"/>
                  </a:lnTo>
                  <a:lnTo>
                    <a:pt x="11085576" y="0"/>
                  </a:lnTo>
                  <a:lnTo>
                    <a:pt x="0" y="0"/>
                  </a:lnTo>
                  <a:lnTo>
                    <a:pt x="0" y="139598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66927" y="1408175"/>
            <a:ext cx="11058525" cy="1136850"/>
          </a:xfrm>
          <a:prstGeom prst="rect">
            <a:avLst/>
          </a:prstGeom>
          <a:solidFill>
            <a:srgbClr val="E8E8E8"/>
          </a:solidFill>
        </p:spPr>
        <p:txBody>
          <a:bodyPr vert="horz" wrap="square" lIns="0" tIns="28575" rIns="0" bIns="0" rtlCol="0">
            <a:spAutoFit/>
          </a:bodyPr>
          <a:lstStyle/>
          <a:p>
            <a:pPr marL="303530" marR="647700">
              <a:lnSpc>
                <a:spcPct val="100000"/>
              </a:lnSpc>
            </a:pPr>
            <a:r>
              <a:rPr b="1" spc="-25" dirty="0" err="1">
                <a:latin typeface="Malgun Gothic"/>
                <a:cs typeface="Malgun Gothic"/>
              </a:rPr>
              <a:t>맵에</a:t>
            </a:r>
            <a:r>
              <a:rPr b="1" spc="-175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배치되는</a:t>
            </a:r>
            <a:r>
              <a:rPr b="1" spc="-170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오브젝트가</a:t>
            </a:r>
            <a:r>
              <a:rPr b="1" spc="-155" dirty="0">
                <a:latin typeface="Malgun Gothic"/>
                <a:cs typeface="Malgun Gothic"/>
              </a:rPr>
              <a:t> </a:t>
            </a:r>
            <a:r>
              <a:rPr b="1" spc="-10" dirty="0">
                <a:latin typeface="Calibri"/>
                <a:cs typeface="Calibri"/>
              </a:rPr>
              <a:t>1,000~10,000</a:t>
            </a:r>
            <a:r>
              <a:rPr b="1" spc="-10" dirty="0">
                <a:latin typeface="Malgun Gothic"/>
                <a:cs typeface="Malgun Gothic"/>
              </a:rPr>
              <a:t>개로</a:t>
            </a:r>
            <a:r>
              <a:rPr b="1" spc="-120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늘어남에</a:t>
            </a:r>
            <a:r>
              <a:rPr b="1" spc="-160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따라</a:t>
            </a:r>
            <a:r>
              <a:rPr b="1" spc="-180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뷰포트</a:t>
            </a:r>
            <a:r>
              <a:rPr b="1" spc="-160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내</a:t>
            </a:r>
            <a:r>
              <a:rPr b="1" spc="-185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검사</a:t>
            </a:r>
            <a:r>
              <a:rPr b="1" spc="-170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후보를</a:t>
            </a:r>
            <a:r>
              <a:rPr b="1" spc="-175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찾기</a:t>
            </a:r>
            <a:r>
              <a:rPr b="1" spc="-170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위한</a:t>
            </a:r>
            <a:r>
              <a:rPr b="1" spc="-170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루프</a:t>
            </a:r>
            <a:r>
              <a:rPr b="1" spc="-175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비용</a:t>
            </a:r>
            <a:r>
              <a:rPr b="1" spc="-170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과다</a:t>
            </a:r>
            <a:r>
              <a:rPr b="1" spc="-175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발생</a:t>
            </a:r>
            <a:r>
              <a:rPr b="1" spc="-25" dirty="0">
                <a:latin typeface="Calibri"/>
                <a:cs typeface="Calibri"/>
              </a:rPr>
              <a:t>. </a:t>
            </a:r>
            <a:endParaRPr lang="en-US" b="1" spc="-25" dirty="0">
              <a:latin typeface="Calibri"/>
              <a:cs typeface="Calibri"/>
            </a:endParaRPr>
          </a:p>
          <a:p>
            <a:pPr marL="303530" marR="647700">
              <a:lnSpc>
                <a:spcPct val="100000"/>
              </a:lnSpc>
            </a:pPr>
            <a:r>
              <a:rPr b="1" spc="-25" dirty="0" err="1">
                <a:latin typeface="Malgun Gothic"/>
                <a:cs typeface="Malgun Gothic"/>
              </a:rPr>
              <a:t>뷰포트만</a:t>
            </a:r>
            <a:r>
              <a:rPr b="1" spc="-160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아니라</a:t>
            </a:r>
            <a:r>
              <a:rPr b="1" spc="-170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오브젝트의</a:t>
            </a:r>
            <a:r>
              <a:rPr b="1" spc="-155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콜라이더</a:t>
            </a:r>
            <a:r>
              <a:rPr b="1" spc="-16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검사</a:t>
            </a:r>
            <a:r>
              <a:rPr b="1" dirty="0">
                <a:latin typeface="Calibri"/>
                <a:cs typeface="Calibri"/>
              </a:rPr>
              <a:t>,</a:t>
            </a:r>
            <a:r>
              <a:rPr b="1" spc="25" dirty="0">
                <a:latin typeface="Calibri"/>
                <a:cs typeface="Calibri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상호작용</a:t>
            </a:r>
            <a:r>
              <a:rPr b="1" spc="-155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처리</a:t>
            </a:r>
            <a:r>
              <a:rPr b="1" spc="-170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로직에서도</a:t>
            </a:r>
            <a:r>
              <a:rPr b="1" spc="-155" dirty="0">
                <a:latin typeface="Malgun Gothic"/>
                <a:cs typeface="Malgun Gothic"/>
              </a:rPr>
              <a:t> </a:t>
            </a:r>
            <a:r>
              <a:rPr b="1" spc="-25" dirty="0">
                <a:solidFill>
                  <a:srgbClr val="D00000"/>
                </a:solidFill>
                <a:latin typeface="Malgun Gothic"/>
                <a:cs typeface="Malgun Gothic"/>
              </a:rPr>
              <a:t>수</a:t>
            </a:r>
            <a:r>
              <a:rPr b="1" spc="-185" dirty="0">
                <a:solidFill>
                  <a:srgbClr val="D00000"/>
                </a:solidFill>
                <a:latin typeface="Malgun Gothic"/>
                <a:cs typeface="Malgun Gothic"/>
              </a:rPr>
              <a:t> </a:t>
            </a:r>
            <a:r>
              <a:rPr b="1" spc="-25" dirty="0">
                <a:solidFill>
                  <a:srgbClr val="D00000"/>
                </a:solidFill>
                <a:latin typeface="Malgun Gothic"/>
                <a:cs typeface="Malgun Gothic"/>
              </a:rPr>
              <a:t>많은</a:t>
            </a:r>
            <a:r>
              <a:rPr b="1" spc="-170" dirty="0">
                <a:solidFill>
                  <a:srgbClr val="D00000"/>
                </a:solidFill>
                <a:latin typeface="Malgun Gothic"/>
                <a:cs typeface="Malgun Gothic"/>
              </a:rPr>
              <a:t> </a:t>
            </a:r>
            <a:r>
              <a:rPr b="1" spc="-25" dirty="0">
                <a:solidFill>
                  <a:srgbClr val="D00000"/>
                </a:solidFill>
                <a:latin typeface="Malgun Gothic"/>
                <a:cs typeface="Malgun Gothic"/>
              </a:rPr>
              <a:t>객체의</a:t>
            </a:r>
            <a:r>
              <a:rPr b="1" spc="-170" dirty="0">
                <a:solidFill>
                  <a:srgbClr val="D00000"/>
                </a:solidFill>
                <a:latin typeface="Malgun Gothic"/>
                <a:cs typeface="Malgun Gothic"/>
              </a:rPr>
              <a:t> </a:t>
            </a:r>
            <a:r>
              <a:rPr b="1" spc="-25" dirty="0">
                <a:solidFill>
                  <a:srgbClr val="D00000"/>
                </a:solidFill>
                <a:latin typeface="Malgun Gothic"/>
                <a:cs typeface="Malgun Gothic"/>
              </a:rPr>
              <a:t>루프에</a:t>
            </a:r>
            <a:r>
              <a:rPr b="1" spc="-155" dirty="0">
                <a:solidFill>
                  <a:srgbClr val="D00000"/>
                </a:solidFill>
                <a:latin typeface="Malgun Gothic"/>
                <a:cs typeface="Malgun Gothic"/>
              </a:rPr>
              <a:t> </a:t>
            </a:r>
            <a:r>
              <a:rPr b="1" spc="-25" dirty="0">
                <a:solidFill>
                  <a:srgbClr val="D00000"/>
                </a:solidFill>
                <a:latin typeface="Malgun Gothic"/>
                <a:cs typeface="Malgun Gothic"/>
              </a:rPr>
              <a:t>대한</a:t>
            </a:r>
            <a:r>
              <a:rPr b="1" spc="-185" dirty="0">
                <a:solidFill>
                  <a:srgbClr val="D00000"/>
                </a:solidFill>
                <a:latin typeface="Malgun Gothic"/>
                <a:cs typeface="Malgun Gothic"/>
              </a:rPr>
              <a:t> </a:t>
            </a:r>
            <a:r>
              <a:rPr b="1" spc="-25" dirty="0">
                <a:solidFill>
                  <a:srgbClr val="D00000"/>
                </a:solidFill>
                <a:latin typeface="Malgun Gothic"/>
                <a:cs typeface="Malgun Gothic"/>
              </a:rPr>
              <a:t>부담</a:t>
            </a:r>
            <a:r>
              <a:rPr b="1" spc="-25" dirty="0">
                <a:latin typeface="Malgun Gothic"/>
                <a:cs typeface="Malgun Gothic"/>
              </a:rPr>
              <a:t>이</a:t>
            </a:r>
            <a:r>
              <a:rPr b="1" spc="-155" dirty="0">
                <a:latin typeface="Malgun Gothic"/>
                <a:cs typeface="Malgun Gothic"/>
              </a:rPr>
              <a:t> </a:t>
            </a:r>
            <a:r>
              <a:rPr b="1" spc="-20" dirty="0">
                <a:latin typeface="Malgun Gothic"/>
                <a:cs typeface="Malgun Gothic"/>
              </a:rPr>
              <a:t>생긴다</a:t>
            </a:r>
            <a:r>
              <a:rPr b="1" spc="-20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6927" y="1109472"/>
            <a:ext cx="11058525" cy="29908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39370" rIns="0" bIns="0" rtlCol="0">
            <a:spAutoFit/>
          </a:bodyPr>
          <a:lstStyle/>
          <a:p>
            <a:pPr marR="17780" algn="ctr">
              <a:lnSpc>
                <a:spcPct val="100000"/>
              </a:lnSpc>
              <a:spcBef>
                <a:spcPts val="310"/>
              </a:spcBef>
            </a:pPr>
            <a:r>
              <a:rPr sz="1500" dirty="0">
                <a:solidFill>
                  <a:srgbClr val="FFFF00"/>
                </a:solidFill>
                <a:latin typeface="Malgun Gothic"/>
                <a:cs typeface="Malgun Gothic"/>
              </a:rPr>
              <a:t>문제</a:t>
            </a:r>
            <a:r>
              <a:rPr sz="1500" spc="-120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500" spc="-35" dirty="0">
                <a:solidFill>
                  <a:srgbClr val="FFFF00"/>
                </a:solidFill>
                <a:latin typeface="Malgun Gothic"/>
                <a:cs typeface="Malgun Gothic"/>
              </a:rPr>
              <a:t>상황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7558" y="2560573"/>
            <a:ext cx="3759200" cy="3666490"/>
            <a:chOff x="527558" y="2560573"/>
            <a:chExt cx="3759200" cy="3666490"/>
          </a:xfrm>
        </p:grpSpPr>
        <p:sp>
          <p:nvSpPr>
            <p:cNvPr id="11" name="object 11"/>
            <p:cNvSpPr/>
            <p:nvPr/>
          </p:nvSpPr>
          <p:spPr>
            <a:xfrm>
              <a:off x="540258" y="2573273"/>
              <a:ext cx="3733800" cy="3641090"/>
            </a:xfrm>
            <a:custGeom>
              <a:avLst/>
              <a:gdLst/>
              <a:ahLst/>
              <a:cxnLst/>
              <a:rect l="l" t="t" r="r" b="b"/>
              <a:pathLst>
                <a:path w="3733800" h="3641090">
                  <a:moveTo>
                    <a:pt x="3733800" y="395478"/>
                  </a:moveTo>
                  <a:lnTo>
                    <a:pt x="0" y="395478"/>
                  </a:lnTo>
                  <a:lnTo>
                    <a:pt x="0" y="3640836"/>
                  </a:lnTo>
                  <a:lnTo>
                    <a:pt x="3733800" y="3640836"/>
                  </a:lnTo>
                  <a:lnTo>
                    <a:pt x="3733800" y="395478"/>
                  </a:lnTo>
                  <a:close/>
                </a:path>
                <a:path w="3733800" h="3641090">
                  <a:moveTo>
                    <a:pt x="3733800" y="0"/>
                  </a:moveTo>
                  <a:lnTo>
                    <a:pt x="0" y="0"/>
                  </a:lnTo>
                  <a:lnTo>
                    <a:pt x="0" y="29718"/>
                  </a:lnTo>
                  <a:lnTo>
                    <a:pt x="3733800" y="29718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0258" y="2573273"/>
              <a:ext cx="3733800" cy="3641090"/>
            </a:xfrm>
            <a:custGeom>
              <a:avLst/>
              <a:gdLst/>
              <a:ahLst/>
              <a:cxnLst/>
              <a:rect l="l" t="t" r="r" b="b"/>
              <a:pathLst>
                <a:path w="3733800" h="3641090">
                  <a:moveTo>
                    <a:pt x="0" y="3640836"/>
                  </a:moveTo>
                  <a:lnTo>
                    <a:pt x="3733800" y="3640836"/>
                  </a:lnTo>
                  <a:lnTo>
                    <a:pt x="3733800" y="0"/>
                  </a:lnTo>
                  <a:lnTo>
                    <a:pt x="0" y="0"/>
                  </a:lnTo>
                  <a:lnTo>
                    <a:pt x="0" y="364083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40258" y="2602992"/>
            <a:ext cx="3722370" cy="36576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74930" rIns="0" bIns="0" rtlCol="0">
            <a:spAutoFit/>
          </a:bodyPr>
          <a:lstStyle/>
          <a:p>
            <a:pPr marL="30480" algn="ctr">
              <a:lnSpc>
                <a:spcPct val="100000"/>
              </a:lnSpc>
              <a:spcBef>
                <a:spcPts val="590"/>
              </a:spcBef>
            </a:pPr>
            <a:r>
              <a:rPr sz="1300" b="1" dirty="0">
                <a:solidFill>
                  <a:srgbClr val="FFD600"/>
                </a:solidFill>
                <a:latin typeface="Malgun Gothic"/>
                <a:cs typeface="Malgun Gothic"/>
              </a:rPr>
              <a:t>관련</a:t>
            </a:r>
            <a:r>
              <a:rPr sz="1300" b="1" spc="-114" dirty="0">
                <a:solidFill>
                  <a:srgbClr val="FFD600"/>
                </a:solidFill>
                <a:latin typeface="Malgun Gothic"/>
                <a:cs typeface="Malgun Gothic"/>
              </a:rPr>
              <a:t> </a:t>
            </a:r>
            <a:r>
              <a:rPr sz="1300" b="1" spc="-25" dirty="0">
                <a:solidFill>
                  <a:srgbClr val="FFD600"/>
                </a:solidFill>
                <a:latin typeface="Malgun Gothic"/>
                <a:cs typeface="Malgun Gothic"/>
              </a:rPr>
              <a:t>코드</a:t>
            </a:r>
            <a:endParaRPr sz="1300">
              <a:latin typeface="Malgun Gothic"/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94359" y="2560573"/>
            <a:ext cx="11022965" cy="3666490"/>
            <a:chOff x="594359" y="2560573"/>
            <a:chExt cx="11022965" cy="366649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" y="3415283"/>
              <a:ext cx="3668267" cy="199491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342638" y="2573273"/>
              <a:ext cx="7261859" cy="3641090"/>
            </a:xfrm>
            <a:custGeom>
              <a:avLst/>
              <a:gdLst/>
              <a:ahLst/>
              <a:cxnLst/>
              <a:rect l="l" t="t" r="r" b="b"/>
              <a:pathLst>
                <a:path w="7261859" h="3641090">
                  <a:moveTo>
                    <a:pt x="7261859" y="0"/>
                  </a:moveTo>
                  <a:lnTo>
                    <a:pt x="0" y="0"/>
                  </a:lnTo>
                  <a:lnTo>
                    <a:pt x="0" y="3640836"/>
                  </a:lnTo>
                  <a:lnTo>
                    <a:pt x="7261859" y="3640836"/>
                  </a:lnTo>
                  <a:lnTo>
                    <a:pt x="726185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42638" y="2573273"/>
              <a:ext cx="7261859" cy="3641090"/>
            </a:xfrm>
            <a:custGeom>
              <a:avLst/>
              <a:gdLst/>
              <a:ahLst/>
              <a:cxnLst/>
              <a:rect l="l" t="t" r="r" b="b"/>
              <a:pathLst>
                <a:path w="7261859" h="3641090">
                  <a:moveTo>
                    <a:pt x="0" y="3640836"/>
                  </a:moveTo>
                  <a:lnTo>
                    <a:pt x="7261859" y="3640836"/>
                  </a:lnTo>
                  <a:lnTo>
                    <a:pt x="7261859" y="0"/>
                  </a:lnTo>
                  <a:lnTo>
                    <a:pt x="0" y="0"/>
                  </a:lnTo>
                  <a:lnTo>
                    <a:pt x="0" y="364083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63211" y="2602992"/>
            <a:ext cx="7261859" cy="36576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74930" rIns="0" bIns="0" rtlCol="0">
            <a:spAutoFit/>
          </a:bodyPr>
          <a:lstStyle/>
          <a:p>
            <a:pPr marR="120014" algn="ctr">
              <a:lnSpc>
                <a:spcPct val="100000"/>
              </a:lnSpc>
              <a:spcBef>
                <a:spcPts val="590"/>
              </a:spcBef>
            </a:pPr>
            <a:r>
              <a:rPr sz="1300" b="1" spc="-20" dirty="0">
                <a:solidFill>
                  <a:srgbClr val="FFC000"/>
                </a:solidFill>
                <a:latin typeface="Malgun Gothic"/>
                <a:cs typeface="Malgun Gothic"/>
              </a:rPr>
              <a:t>관련</a:t>
            </a:r>
            <a:r>
              <a:rPr sz="1300" b="1" spc="-135" dirty="0">
                <a:solidFill>
                  <a:srgbClr val="FFC000"/>
                </a:solidFill>
                <a:latin typeface="Malgun Gothic"/>
                <a:cs typeface="Malgun Gothic"/>
              </a:rPr>
              <a:t> </a:t>
            </a:r>
            <a:r>
              <a:rPr sz="1300" b="1" spc="-25" dirty="0">
                <a:solidFill>
                  <a:srgbClr val="FFC000"/>
                </a:solidFill>
                <a:latin typeface="Malgun Gothic"/>
                <a:cs typeface="Malgun Gothic"/>
              </a:rPr>
              <a:t>이미지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11621" y="5596534"/>
            <a:ext cx="34810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Malgun Gothic"/>
                <a:cs typeface="Malgun Gothic"/>
              </a:rPr>
              <a:t>월드</a:t>
            </a:r>
            <a:r>
              <a:rPr sz="1800" b="1" spc="-135" dirty="0">
                <a:latin typeface="Malgun Gothic"/>
                <a:cs typeface="Malgun Gothic"/>
              </a:rPr>
              <a:t> </a:t>
            </a:r>
            <a:r>
              <a:rPr sz="1800" b="1" spc="-10" dirty="0">
                <a:latin typeface="Malgun Gothic"/>
                <a:cs typeface="Malgun Gothic"/>
              </a:rPr>
              <a:t>오브젝트</a:t>
            </a:r>
            <a:r>
              <a:rPr sz="1800" b="1" spc="-145" dirty="0">
                <a:latin typeface="Malgun Gothic"/>
                <a:cs typeface="Malgun Gothic"/>
              </a:rPr>
              <a:t> </a:t>
            </a:r>
            <a:r>
              <a:rPr sz="1800" b="1" dirty="0">
                <a:latin typeface="Malgun Gothic"/>
                <a:cs typeface="Malgun Gothic"/>
              </a:rPr>
              <a:t>개체가</a:t>
            </a:r>
            <a:r>
              <a:rPr sz="1800" b="1" spc="-130" dirty="0">
                <a:latin typeface="Malgun Gothic"/>
                <a:cs typeface="Malgun Gothic"/>
              </a:rPr>
              <a:t> </a:t>
            </a:r>
            <a:r>
              <a:rPr sz="1800" b="1" dirty="0">
                <a:latin typeface="Malgun Gothic"/>
                <a:cs typeface="Malgun Gothic"/>
              </a:rPr>
              <a:t>많아질</a:t>
            </a:r>
            <a:r>
              <a:rPr sz="1800" b="1" spc="-135" dirty="0">
                <a:latin typeface="Malgun Gothic"/>
                <a:cs typeface="Malgun Gothic"/>
              </a:rPr>
              <a:t> </a:t>
            </a:r>
            <a:r>
              <a:rPr sz="1800" b="1" spc="-25" dirty="0">
                <a:latin typeface="Malgun Gothic"/>
                <a:cs typeface="Malgun Gothic"/>
              </a:rPr>
              <a:t>수록</a:t>
            </a:r>
            <a:endParaRPr sz="18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Malgun Gothic"/>
                <a:cs typeface="Malgun Gothic"/>
              </a:rPr>
              <a:t>순회의</a:t>
            </a:r>
            <a:r>
              <a:rPr sz="1800" b="1" spc="-130" dirty="0">
                <a:latin typeface="Malgun Gothic"/>
                <a:cs typeface="Malgun Gothic"/>
              </a:rPr>
              <a:t> </a:t>
            </a:r>
            <a:r>
              <a:rPr sz="1800" b="1" dirty="0">
                <a:latin typeface="Malgun Gothic"/>
                <a:cs typeface="Malgun Gothic"/>
              </a:rPr>
              <a:t>부담감이</a:t>
            </a:r>
            <a:r>
              <a:rPr sz="1800" b="1" spc="-140" dirty="0">
                <a:latin typeface="Malgun Gothic"/>
                <a:cs typeface="Malgun Gothic"/>
              </a:rPr>
              <a:t> </a:t>
            </a:r>
            <a:r>
              <a:rPr sz="1800" b="1" spc="-25" dirty="0">
                <a:latin typeface="Malgun Gothic"/>
                <a:cs typeface="Malgun Gothic"/>
              </a:rPr>
              <a:t>증가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25696" y="3247644"/>
            <a:ext cx="7088505" cy="2334895"/>
            <a:chOff x="4425696" y="3247644"/>
            <a:chExt cx="7088505" cy="233489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9204" y="3247644"/>
              <a:ext cx="3404615" cy="23088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5696" y="3255264"/>
              <a:ext cx="3134868" cy="2327148"/>
            </a:xfrm>
            <a:prstGeom prst="rect">
              <a:avLst/>
            </a:prstGeom>
          </p:spPr>
        </p:pic>
        <p:pic>
          <p:nvPicPr>
            <p:cNvPr id="23" name="object 23" descr="gen-dedup-7d2446d15a7d1cb81fff2aee29f8065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95489" y="4064508"/>
              <a:ext cx="512356" cy="49834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40258" y="5623052"/>
            <a:ext cx="3722370" cy="50673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601980" marR="431165" indent="-131445">
              <a:lnSpc>
                <a:spcPts val="1870"/>
              </a:lnSpc>
              <a:spcBef>
                <a:spcPts val="200"/>
              </a:spcBef>
            </a:pPr>
            <a:r>
              <a:rPr sz="1600" b="1" spc="-10" dirty="0">
                <a:latin typeface="Malgun Gothic"/>
                <a:cs typeface="Malgun Gothic"/>
              </a:rPr>
              <a:t>모든</a:t>
            </a:r>
            <a:r>
              <a:rPr sz="1600" b="1" spc="-130" dirty="0">
                <a:latin typeface="Malgun Gothic"/>
                <a:cs typeface="Malgun Gothic"/>
              </a:rPr>
              <a:t> </a:t>
            </a:r>
            <a:r>
              <a:rPr sz="1600" b="1" spc="-10" dirty="0">
                <a:latin typeface="Malgun Gothic"/>
                <a:cs typeface="Malgun Gothic"/>
              </a:rPr>
              <a:t>월드</a:t>
            </a:r>
            <a:r>
              <a:rPr sz="1600" b="1" spc="-130" dirty="0">
                <a:latin typeface="Malgun Gothic"/>
                <a:cs typeface="Malgun Gothic"/>
              </a:rPr>
              <a:t> </a:t>
            </a:r>
            <a:r>
              <a:rPr sz="1600" b="1" spc="-10" dirty="0">
                <a:latin typeface="Malgun Gothic"/>
                <a:cs typeface="Malgun Gothic"/>
              </a:rPr>
              <a:t>오브젝트를</a:t>
            </a:r>
            <a:r>
              <a:rPr sz="1600" b="1" spc="-105" dirty="0">
                <a:latin typeface="Malgun Gothic"/>
                <a:cs typeface="Malgun Gothic"/>
              </a:rPr>
              <a:t> </a:t>
            </a:r>
            <a:r>
              <a:rPr sz="1600" b="1" spc="-20" dirty="0">
                <a:latin typeface="Malgun Gothic"/>
                <a:cs typeface="Malgun Gothic"/>
              </a:rPr>
              <a:t>순회하여 </a:t>
            </a:r>
            <a:r>
              <a:rPr sz="1600" b="1" spc="-10" dirty="0">
                <a:latin typeface="Malgun Gothic"/>
                <a:cs typeface="Malgun Gothic"/>
              </a:rPr>
              <a:t>뷰포트안에</a:t>
            </a:r>
            <a:r>
              <a:rPr sz="1600" b="1" spc="-125" dirty="0">
                <a:latin typeface="Malgun Gothic"/>
                <a:cs typeface="Malgun Gothic"/>
              </a:rPr>
              <a:t> </a:t>
            </a:r>
            <a:r>
              <a:rPr sz="1600" b="1" spc="-10" dirty="0">
                <a:latin typeface="Malgun Gothic"/>
                <a:cs typeface="Malgun Gothic"/>
              </a:rPr>
              <a:t>존재하는지</a:t>
            </a:r>
            <a:r>
              <a:rPr sz="1600" b="1" spc="-125" dirty="0">
                <a:latin typeface="Malgun Gothic"/>
                <a:cs typeface="Malgun Gothic"/>
              </a:rPr>
              <a:t> </a:t>
            </a:r>
            <a:r>
              <a:rPr sz="1600" b="1" spc="-25" dirty="0">
                <a:latin typeface="Malgun Gothic"/>
                <a:cs typeface="Malgun Gothic"/>
              </a:rPr>
              <a:t>확인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225702" y="6592779"/>
            <a:ext cx="132207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latin typeface="Arial"/>
                <a:cs typeface="Arial"/>
              </a:rPr>
              <a:t>WinAPI_DontStarve.exe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201" y="172592"/>
            <a:ext cx="145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WinAPI_DontStarve.exe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01398" y="180593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56259" y="612648"/>
            <a:ext cx="11069320" cy="37846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3815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345"/>
              </a:spcBef>
            </a:pPr>
            <a:r>
              <a:rPr sz="2000" i="0" dirty="0">
                <a:latin typeface="Malgun Gothic"/>
                <a:cs typeface="Malgun Gothic"/>
              </a:rPr>
              <a:t>그리드</a:t>
            </a:r>
            <a:r>
              <a:rPr sz="2000" i="0" spc="-275" dirty="0">
                <a:latin typeface="Malgun Gothic"/>
                <a:cs typeface="Malgun Gothic"/>
              </a:rPr>
              <a:t> </a:t>
            </a:r>
            <a:r>
              <a:rPr sz="2000" i="0" dirty="0">
                <a:latin typeface="Malgun Gothic"/>
                <a:cs typeface="Malgun Gothic"/>
              </a:rPr>
              <a:t>공간</a:t>
            </a:r>
            <a:r>
              <a:rPr sz="2000" i="0" spc="-260" dirty="0">
                <a:latin typeface="Malgun Gothic"/>
                <a:cs typeface="Malgun Gothic"/>
              </a:rPr>
              <a:t> </a:t>
            </a:r>
            <a:r>
              <a:rPr sz="2000" i="0" dirty="0">
                <a:latin typeface="Malgun Gothic"/>
                <a:cs typeface="Malgun Gothic"/>
              </a:rPr>
              <a:t>분할</a:t>
            </a:r>
            <a:r>
              <a:rPr sz="2000" i="0" spc="-260" dirty="0">
                <a:latin typeface="Malgun Gothic"/>
                <a:cs typeface="Malgun Gothic"/>
              </a:rPr>
              <a:t> </a:t>
            </a:r>
            <a:r>
              <a:rPr sz="2000" i="0" dirty="0">
                <a:latin typeface="Malgun Gothic"/>
                <a:cs typeface="Malgun Gothic"/>
              </a:rPr>
              <a:t>컬링</a:t>
            </a:r>
            <a:r>
              <a:rPr sz="2000" i="0" spc="-260" dirty="0">
                <a:latin typeface="Malgun Gothic"/>
                <a:cs typeface="Malgun Gothic"/>
              </a:rPr>
              <a:t> </a:t>
            </a:r>
            <a:r>
              <a:rPr sz="2000" i="0" spc="-25" dirty="0">
                <a:latin typeface="Malgun Gothic"/>
                <a:cs typeface="Malgun Gothic"/>
              </a:rPr>
              <a:t>설계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4322" y="1030477"/>
            <a:ext cx="11094720" cy="1112520"/>
            <a:chOff x="544322" y="1030477"/>
            <a:chExt cx="11094720" cy="1112520"/>
          </a:xfrm>
        </p:grpSpPr>
        <p:sp>
          <p:nvSpPr>
            <p:cNvPr id="6" name="object 6"/>
            <p:cNvSpPr/>
            <p:nvPr/>
          </p:nvSpPr>
          <p:spPr>
            <a:xfrm>
              <a:off x="557022" y="1043177"/>
              <a:ext cx="11069320" cy="1087120"/>
            </a:xfrm>
            <a:custGeom>
              <a:avLst/>
              <a:gdLst/>
              <a:ahLst/>
              <a:cxnLst/>
              <a:rect l="l" t="t" r="r" b="b"/>
              <a:pathLst>
                <a:path w="11069320" h="1087120">
                  <a:moveTo>
                    <a:pt x="11068812" y="0"/>
                  </a:moveTo>
                  <a:lnTo>
                    <a:pt x="0" y="0"/>
                  </a:lnTo>
                  <a:lnTo>
                    <a:pt x="0" y="1086612"/>
                  </a:lnTo>
                  <a:lnTo>
                    <a:pt x="11068812" y="1086612"/>
                  </a:lnTo>
                  <a:lnTo>
                    <a:pt x="11068812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7022" y="1043177"/>
              <a:ext cx="11069320" cy="1087120"/>
            </a:xfrm>
            <a:custGeom>
              <a:avLst/>
              <a:gdLst/>
              <a:ahLst/>
              <a:cxnLst/>
              <a:rect l="l" t="t" r="r" b="b"/>
              <a:pathLst>
                <a:path w="11069320" h="1087120">
                  <a:moveTo>
                    <a:pt x="0" y="1086612"/>
                  </a:moveTo>
                  <a:lnTo>
                    <a:pt x="11068812" y="1086612"/>
                  </a:lnTo>
                  <a:lnTo>
                    <a:pt x="11068812" y="0"/>
                  </a:lnTo>
                  <a:lnTo>
                    <a:pt x="0" y="0"/>
                  </a:lnTo>
                  <a:lnTo>
                    <a:pt x="0" y="108661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73023" y="1385316"/>
            <a:ext cx="11052810" cy="1144543"/>
          </a:xfrm>
          <a:prstGeom prst="rect">
            <a:avLst/>
          </a:prstGeom>
          <a:solidFill>
            <a:srgbClr val="E8E8E8"/>
          </a:solidFill>
        </p:spPr>
        <p:txBody>
          <a:bodyPr vert="horz" wrap="square" lIns="0" tIns="107314" rIns="0" bIns="0" rtlCol="0">
            <a:spAutoFit/>
          </a:bodyPr>
          <a:lstStyle/>
          <a:p>
            <a:pPr marL="225425" marR="309880">
              <a:lnSpc>
                <a:spcPct val="100000"/>
              </a:lnSpc>
              <a:spcBef>
                <a:spcPts val="844"/>
              </a:spcBef>
            </a:pPr>
            <a:r>
              <a:rPr b="1" dirty="0">
                <a:latin typeface="Malgun Gothic"/>
                <a:cs typeface="Malgun Gothic"/>
              </a:rPr>
              <a:t>먼저</a:t>
            </a:r>
            <a:r>
              <a:rPr b="1" spc="-19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전체</a:t>
            </a:r>
            <a:r>
              <a:rPr b="1" spc="-18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월드</a:t>
            </a:r>
            <a:r>
              <a:rPr b="1" spc="-19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공간을</a:t>
            </a:r>
            <a:r>
              <a:rPr b="1" spc="-19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일정한</a:t>
            </a:r>
            <a:r>
              <a:rPr b="1" spc="-19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크기인</a:t>
            </a:r>
            <a:r>
              <a:rPr b="1" spc="100" dirty="0">
                <a:latin typeface="Malgun Gothic"/>
                <a:cs typeface="Malgun Gothic"/>
              </a:rPr>
              <a:t> </a:t>
            </a:r>
            <a:r>
              <a:rPr b="1" dirty="0">
                <a:latin typeface="Calibri"/>
                <a:cs typeface="Calibri"/>
              </a:rPr>
              <a:t>GRID_CELL_SIZE</a:t>
            </a:r>
            <a:r>
              <a:rPr b="1" spc="310" dirty="0">
                <a:latin typeface="Calibri"/>
                <a:cs typeface="Calibri"/>
              </a:rPr>
              <a:t> </a:t>
            </a:r>
            <a:r>
              <a:rPr b="1" dirty="0">
                <a:latin typeface="Malgun Gothic"/>
                <a:cs typeface="Malgun Gothic"/>
              </a:rPr>
              <a:t>단위의</a:t>
            </a:r>
            <a:r>
              <a:rPr b="1" spc="-195" dirty="0">
                <a:latin typeface="Malgun Gothic"/>
                <a:cs typeface="Malgun Gothic"/>
              </a:rPr>
              <a:t> </a:t>
            </a:r>
            <a:r>
              <a:rPr b="1" dirty="0">
                <a:solidFill>
                  <a:srgbClr val="D00000"/>
                </a:solidFill>
                <a:latin typeface="Malgun Gothic"/>
                <a:cs typeface="Malgun Gothic"/>
              </a:rPr>
              <a:t>격자</a:t>
            </a:r>
            <a:r>
              <a:rPr b="1" dirty="0">
                <a:solidFill>
                  <a:srgbClr val="D00000"/>
                </a:solidFill>
                <a:latin typeface="Calibri"/>
                <a:cs typeface="Calibri"/>
              </a:rPr>
              <a:t>(Grid</a:t>
            </a:r>
            <a:r>
              <a:rPr b="1" spc="-30" dirty="0">
                <a:solidFill>
                  <a:srgbClr val="D0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D00000"/>
                </a:solidFill>
                <a:latin typeface="Calibri"/>
                <a:cs typeface="Calibri"/>
              </a:rPr>
              <a:t>Cell)</a:t>
            </a:r>
            <a:r>
              <a:rPr b="1" spc="-10" dirty="0">
                <a:solidFill>
                  <a:srgbClr val="D00000"/>
                </a:solidFill>
                <a:latin typeface="Malgun Gothic"/>
                <a:cs typeface="Malgun Gothic"/>
              </a:rPr>
              <a:t>로</a:t>
            </a:r>
            <a:r>
              <a:rPr b="1" spc="-195" dirty="0">
                <a:solidFill>
                  <a:srgbClr val="D00000"/>
                </a:solidFill>
                <a:latin typeface="Malgun Gothic"/>
                <a:cs typeface="Malgun Gothic"/>
              </a:rPr>
              <a:t> </a:t>
            </a:r>
            <a:r>
              <a:rPr b="1" dirty="0" err="1">
                <a:solidFill>
                  <a:srgbClr val="D00000"/>
                </a:solidFill>
                <a:latin typeface="Malgun Gothic"/>
                <a:cs typeface="Malgun Gothic"/>
              </a:rPr>
              <a:t>분할</a:t>
            </a:r>
            <a:r>
              <a:rPr b="1" dirty="0" err="1">
                <a:latin typeface="Malgun Gothic"/>
                <a:cs typeface="Malgun Gothic"/>
              </a:rPr>
              <a:t>하고</a:t>
            </a:r>
            <a:r>
              <a:rPr b="1" dirty="0">
                <a:latin typeface="Calibri"/>
                <a:cs typeface="Calibri"/>
              </a:rPr>
              <a:t>,</a:t>
            </a:r>
            <a:endParaRPr lang="en-US" b="1" dirty="0">
              <a:latin typeface="Calibri"/>
              <a:cs typeface="Calibri"/>
            </a:endParaRPr>
          </a:p>
          <a:p>
            <a:pPr marL="225425" marR="309880">
              <a:lnSpc>
                <a:spcPct val="100000"/>
              </a:lnSpc>
              <a:spcBef>
                <a:spcPts val="844"/>
              </a:spcBef>
            </a:pPr>
            <a:r>
              <a:rPr b="1" dirty="0">
                <a:latin typeface="Malgun Gothic"/>
                <a:cs typeface="Malgun Gothic"/>
              </a:rPr>
              <a:t>각</a:t>
            </a:r>
            <a:r>
              <a:rPr b="1" spc="-18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게임</a:t>
            </a:r>
            <a:r>
              <a:rPr b="1" spc="-19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오브젝트의</a:t>
            </a:r>
            <a:r>
              <a:rPr b="1" spc="-204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중심</a:t>
            </a:r>
            <a:r>
              <a:rPr b="1" spc="-18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좌표를</a:t>
            </a:r>
            <a:r>
              <a:rPr b="1" spc="-19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기준으로</a:t>
            </a:r>
            <a:r>
              <a:rPr b="1" spc="-204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소속 </a:t>
            </a:r>
            <a:r>
              <a:rPr b="1" dirty="0">
                <a:latin typeface="Malgun Gothic"/>
                <a:cs typeface="Malgun Gothic"/>
              </a:rPr>
              <a:t>격자를</a:t>
            </a:r>
            <a:r>
              <a:rPr b="1" spc="-175" dirty="0">
                <a:latin typeface="Malgun Gothic"/>
                <a:cs typeface="Malgun Gothic"/>
              </a:rPr>
              <a:t> </a:t>
            </a:r>
            <a:r>
              <a:rPr b="1" dirty="0" err="1">
                <a:latin typeface="Malgun Gothic"/>
                <a:cs typeface="Malgun Gothic"/>
              </a:rPr>
              <a:t>계산하여</a:t>
            </a:r>
            <a:r>
              <a:rPr b="1" spc="-175" dirty="0">
                <a:latin typeface="Malgun Gothic"/>
                <a:cs typeface="Malgun Gothic"/>
              </a:rPr>
              <a:t> </a:t>
            </a:r>
            <a:endParaRPr lang="en-US" b="1" spc="-175" dirty="0">
              <a:latin typeface="Malgun Gothic"/>
              <a:cs typeface="Malgun Gothic"/>
            </a:endParaRPr>
          </a:p>
          <a:p>
            <a:pPr marL="225425" marR="309880">
              <a:lnSpc>
                <a:spcPct val="100000"/>
              </a:lnSpc>
              <a:spcBef>
                <a:spcPts val="844"/>
              </a:spcBef>
            </a:pPr>
            <a:r>
              <a:rPr b="1" spc="-10" dirty="0">
                <a:latin typeface="Calibri"/>
                <a:cs typeface="Calibri"/>
              </a:rPr>
              <a:t>2</a:t>
            </a:r>
            <a:r>
              <a:rPr b="1" spc="-10" dirty="0">
                <a:latin typeface="Malgun Gothic"/>
                <a:cs typeface="Malgun Gothic"/>
              </a:rPr>
              <a:t>차원</a:t>
            </a:r>
            <a:r>
              <a:rPr b="1" spc="-16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공간</a:t>
            </a:r>
            <a:r>
              <a:rPr b="1" spc="-175" dirty="0">
                <a:latin typeface="Malgun Gothic"/>
                <a:cs typeface="Malgun Gothic"/>
              </a:rPr>
              <a:t> </a:t>
            </a:r>
            <a:r>
              <a:rPr b="1" spc="-10" dirty="0">
                <a:latin typeface="Malgun Gothic"/>
                <a:cs typeface="Malgun Gothic"/>
              </a:rPr>
              <a:t>배열</a:t>
            </a:r>
            <a:r>
              <a:rPr b="1" spc="-10" dirty="0">
                <a:latin typeface="Calibri"/>
                <a:cs typeface="Calibri"/>
              </a:rPr>
              <a:t>(m_spatialGrid)</a:t>
            </a:r>
            <a:r>
              <a:rPr b="1" spc="-10" dirty="0">
                <a:latin typeface="Malgun Gothic"/>
                <a:cs typeface="Malgun Gothic"/>
              </a:rPr>
              <a:t>에</a:t>
            </a:r>
            <a:r>
              <a:rPr b="1" spc="-20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할당</a:t>
            </a:r>
            <a:r>
              <a:rPr b="1" dirty="0">
                <a:latin typeface="Calibri"/>
                <a:cs typeface="Calibri"/>
              </a:rPr>
              <a:t>,</a:t>
            </a:r>
            <a:r>
              <a:rPr b="1" spc="10" dirty="0">
                <a:latin typeface="Calibri"/>
                <a:cs typeface="Calibri"/>
              </a:rPr>
              <a:t> </a:t>
            </a:r>
            <a:r>
              <a:rPr b="1" spc="-10" dirty="0">
                <a:latin typeface="Malgun Gothic"/>
                <a:cs typeface="Malgun Gothic"/>
              </a:rPr>
              <a:t>관리한다</a:t>
            </a:r>
            <a:r>
              <a:rPr b="1" spc="-10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3023" y="1050036"/>
            <a:ext cx="11052810" cy="33528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11430" rIns="0" bIns="0" rtlCol="0">
            <a:spAutoFit/>
          </a:bodyPr>
          <a:lstStyle/>
          <a:p>
            <a:pPr marR="27940" algn="ctr">
              <a:lnSpc>
                <a:spcPct val="100000"/>
              </a:lnSpc>
              <a:spcBef>
                <a:spcPts val="90"/>
              </a:spcBef>
            </a:pPr>
            <a:r>
              <a:rPr sz="1800" dirty="0">
                <a:solidFill>
                  <a:srgbClr val="FFFF00"/>
                </a:solidFill>
                <a:latin typeface="Malgun Gothic"/>
                <a:cs typeface="Malgun Gothic"/>
              </a:rPr>
              <a:t>설계</a:t>
            </a:r>
            <a:r>
              <a:rPr sz="1800" spc="-130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800" spc="-25" dirty="0">
                <a:solidFill>
                  <a:srgbClr val="FFFF00"/>
                </a:solidFill>
                <a:latin typeface="Malgun Gothic"/>
                <a:cs typeface="Malgun Gothic"/>
              </a:rPr>
              <a:t>내용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55391" y="2832544"/>
            <a:ext cx="5090132" cy="1011174"/>
          </a:xfrm>
          <a:prstGeom prst="rect">
            <a:avLst/>
          </a:prstGeom>
          <a:solidFill>
            <a:srgbClr val="E8E8E8"/>
          </a:solidFill>
        </p:spPr>
        <p:txBody>
          <a:bodyPr vert="horz" wrap="square" lIns="0" tIns="178435" rIns="0" bIns="0" rtlCol="0">
            <a:spAutoFit/>
          </a:bodyPr>
          <a:lstStyle/>
          <a:p>
            <a:pPr marL="55244" marR="135255">
              <a:lnSpc>
                <a:spcPct val="100000"/>
              </a:lnSpc>
              <a:spcBef>
                <a:spcPts val="1405"/>
              </a:spcBef>
            </a:pPr>
            <a:r>
              <a:rPr spc="-25" dirty="0">
                <a:latin typeface="Malgun Gothic"/>
                <a:cs typeface="Malgun Gothic"/>
              </a:rPr>
              <a:t>해당</a:t>
            </a:r>
            <a:r>
              <a:rPr spc="-195" dirty="0">
                <a:latin typeface="Malgun Gothic"/>
                <a:cs typeface="Malgun Gothic"/>
              </a:rPr>
              <a:t> </a:t>
            </a:r>
            <a:r>
              <a:rPr spc="-25" dirty="0">
                <a:latin typeface="Malgun Gothic"/>
                <a:cs typeface="Malgun Gothic"/>
              </a:rPr>
              <a:t>그림에서</a:t>
            </a:r>
            <a:r>
              <a:rPr spc="-185" dirty="0">
                <a:latin typeface="Malgun Gothic"/>
                <a:cs typeface="Malgun Gothic"/>
              </a:rPr>
              <a:t> </a:t>
            </a:r>
            <a:r>
              <a:rPr spc="-10" dirty="0">
                <a:latin typeface="Calibri"/>
                <a:cs typeface="Calibri"/>
              </a:rPr>
              <a:t>GRID_CELL_SIZE</a:t>
            </a:r>
            <a:r>
              <a:rPr spc="-10" dirty="0">
                <a:latin typeface="Malgun Gothic"/>
                <a:cs typeface="Malgun Gothic"/>
              </a:rPr>
              <a:t>는</a:t>
            </a:r>
            <a:r>
              <a:rPr spc="-140" dirty="0">
                <a:latin typeface="Malgun Gothic"/>
                <a:cs typeface="Malgun Gothic"/>
              </a:rPr>
              <a:t> </a:t>
            </a:r>
            <a:r>
              <a:rPr dirty="0">
                <a:latin typeface="Calibri"/>
                <a:cs typeface="Calibri"/>
              </a:rPr>
              <a:t>256,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spc="-25" dirty="0" err="1">
                <a:latin typeface="Malgun Gothic"/>
                <a:cs typeface="Malgun Gothic"/>
              </a:rPr>
              <a:t>타일</a:t>
            </a:r>
            <a:r>
              <a:rPr spc="-190" dirty="0">
                <a:latin typeface="Malgun Gothic"/>
                <a:cs typeface="Malgun Gothic"/>
              </a:rPr>
              <a:t> </a:t>
            </a:r>
            <a:r>
              <a:rPr spc="-25" dirty="0">
                <a:latin typeface="Malgun Gothic"/>
                <a:cs typeface="Malgun Gothic"/>
              </a:rPr>
              <a:t>크기는</a:t>
            </a:r>
            <a:r>
              <a:rPr spc="-190" dirty="0">
                <a:latin typeface="Malgun Gothic"/>
                <a:cs typeface="Malgun Gothic"/>
              </a:rPr>
              <a:t> </a:t>
            </a:r>
            <a:r>
              <a:rPr dirty="0">
                <a:latin typeface="Calibri"/>
                <a:cs typeface="Calibri"/>
              </a:rPr>
              <a:t>128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x </a:t>
            </a:r>
            <a:r>
              <a:rPr dirty="0">
                <a:latin typeface="Calibri"/>
                <a:cs typeface="Calibri"/>
              </a:rPr>
              <a:t>128</a:t>
            </a:r>
            <a:r>
              <a:rPr dirty="0">
                <a:latin typeface="Malgun Gothic"/>
                <a:cs typeface="Malgun Gothic"/>
              </a:rPr>
              <a:t>이며</a:t>
            </a:r>
            <a:r>
              <a:rPr dirty="0">
                <a:latin typeface="Calibri"/>
                <a:cs typeface="Calibri"/>
              </a:rPr>
              <a:t>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1200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x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780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25" dirty="0">
                <a:latin typeface="Malgun Gothic"/>
                <a:cs typeface="Malgun Gothic"/>
              </a:rPr>
              <a:t>윈도우</a:t>
            </a:r>
            <a:r>
              <a:rPr spc="-195" dirty="0">
                <a:latin typeface="Malgun Gothic"/>
                <a:cs typeface="Malgun Gothic"/>
              </a:rPr>
              <a:t> </a:t>
            </a:r>
            <a:r>
              <a:rPr spc="-15" dirty="0">
                <a:latin typeface="Malgun Gothic"/>
                <a:cs typeface="Malgun Gothic"/>
              </a:rPr>
              <a:t>화면</a:t>
            </a:r>
            <a:r>
              <a:rPr spc="-15" dirty="0">
                <a:latin typeface="Calibri"/>
                <a:cs typeface="Calibri"/>
              </a:rPr>
              <a:t>(</a:t>
            </a:r>
            <a:r>
              <a:rPr spc="-15" dirty="0">
                <a:latin typeface="Malgun Gothic"/>
                <a:cs typeface="Malgun Gothic"/>
              </a:rPr>
              <a:t>뷰포트</a:t>
            </a:r>
            <a:r>
              <a:rPr spc="-165" dirty="0">
                <a:latin typeface="Malgun Gothic"/>
                <a:cs typeface="Malgun Gothic"/>
              </a:rPr>
              <a:t> </a:t>
            </a:r>
            <a:r>
              <a:rPr spc="-20" dirty="0">
                <a:latin typeface="Malgun Gothic"/>
                <a:cs typeface="Malgun Gothic"/>
              </a:rPr>
              <a:t>크기</a:t>
            </a:r>
            <a:r>
              <a:rPr spc="-20" dirty="0">
                <a:latin typeface="Calibri"/>
                <a:cs typeface="Calibri"/>
              </a:rPr>
              <a:t>)</a:t>
            </a:r>
            <a:r>
              <a:rPr spc="-20" dirty="0">
                <a:latin typeface="Malgun Gothic"/>
                <a:cs typeface="Malgun Gothic"/>
              </a:rPr>
              <a:t>의</a:t>
            </a:r>
            <a:r>
              <a:rPr spc="-180" dirty="0">
                <a:latin typeface="Malgun Gothic"/>
                <a:cs typeface="Malgun Gothic"/>
              </a:rPr>
              <a:t> </a:t>
            </a:r>
            <a:r>
              <a:rPr spc="-20" dirty="0">
                <a:latin typeface="Malgun Gothic"/>
                <a:cs typeface="Malgun Gothic"/>
              </a:rPr>
              <a:t>구성으로 </a:t>
            </a:r>
            <a:r>
              <a:rPr spc="-10" dirty="0">
                <a:latin typeface="Malgun Gothic"/>
                <a:cs typeface="Malgun Gothic"/>
              </a:rPr>
              <a:t>이뤄진다</a:t>
            </a:r>
            <a:r>
              <a:rPr spc="-10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57265" y="2588267"/>
            <a:ext cx="5078476" cy="253916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2286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80"/>
              </a:spcBef>
            </a:pPr>
            <a:r>
              <a:rPr sz="1500" dirty="0">
                <a:solidFill>
                  <a:srgbClr val="FFFF00"/>
                </a:solidFill>
                <a:latin typeface="Malgun Gothic"/>
                <a:cs typeface="Malgun Gothic"/>
              </a:rPr>
              <a:t>그림</a:t>
            </a:r>
            <a:r>
              <a:rPr sz="1500" spc="-120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500" spc="-35" dirty="0">
                <a:solidFill>
                  <a:srgbClr val="FFFF00"/>
                </a:solidFill>
                <a:latin typeface="Malgun Gothic"/>
                <a:cs typeface="Malgun Gothic"/>
              </a:rPr>
              <a:t>예시</a:t>
            </a:r>
            <a:endParaRPr sz="1500" dirty="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83217" y="4012369"/>
            <a:ext cx="4787265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4635" indent="321310">
              <a:lnSpc>
                <a:spcPct val="100000"/>
              </a:lnSpc>
              <a:spcBef>
                <a:spcPts val="95"/>
              </a:spcBef>
            </a:pPr>
            <a:r>
              <a:rPr spc="-25" dirty="0" err="1">
                <a:latin typeface="Malgun Gothic"/>
                <a:cs typeface="Malgun Gothic"/>
              </a:rPr>
              <a:t>활성</a:t>
            </a:r>
            <a:r>
              <a:rPr spc="-185" dirty="0">
                <a:latin typeface="Malgun Gothic"/>
                <a:cs typeface="Malgun Gothic"/>
              </a:rPr>
              <a:t> </a:t>
            </a:r>
            <a:r>
              <a:rPr dirty="0" err="1">
                <a:latin typeface="Malgun Gothic"/>
                <a:cs typeface="Malgun Gothic"/>
              </a:rPr>
              <a:t>오브젝트</a:t>
            </a:r>
            <a:endParaRPr lang="en-US" dirty="0">
              <a:latin typeface="Malgun Gothic"/>
              <a:cs typeface="Malgun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6259" y="2589867"/>
            <a:ext cx="6365622" cy="3319669"/>
            <a:chOff x="413004" y="2255520"/>
            <a:chExt cx="6511290" cy="329374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004" y="2255520"/>
              <a:ext cx="6099047" cy="329336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31254" y="3693922"/>
              <a:ext cx="192531" cy="2184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1254" y="4399534"/>
              <a:ext cx="192531" cy="21844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1254" y="5129530"/>
              <a:ext cx="192531" cy="218439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25702" y="6592779"/>
            <a:ext cx="132207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latin typeface="Arial"/>
                <a:cs typeface="Arial"/>
              </a:rPr>
              <a:t>WinAPI_DontStarve.exe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FE1113-1ADA-2CE9-F4BF-3F8B88F83088}"/>
              </a:ext>
            </a:extLst>
          </p:cNvPr>
          <p:cNvSpPr txBox="1"/>
          <p:nvPr/>
        </p:nvSpPr>
        <p:spPr>
          <a:xfrm>
            <a:off x="6893940" y="4675048"/>
            <a:ext cx="293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spc="-25" dirty="0">
                <a:latin typeface="Malgun Gothic"/>
                <a:cs typeface="Malgun Gothic"/>
              </a:rPr>
              <a:t>후보군</a:t>
            </a:r>
            <a:r>
              <a:rPr lang="ko-KR" altLang="en-US" sz="1800" spc="-175" dirty="0">
                <a:latin typeface="Malgun Gothic"/>
                <a:cs typeface="Malgun Gothic"/>
              </a:rPr>
              <a:t> </a:t>
            </a:r>
            <a:r>
              <a:rPr lang="ko-KR" altLang="en-US" sz="1800" dirty="0">
                <a:latin typeface="Malgun Gothic"/>
                <a:cs typeface="Malgun Gothic"/>
              </a:rPr>
              <a:t>오브젝트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72DC80-4B08-080A-AF33-C26CA39BEF24}"/>
              </a:ext>
            </a:extLst>
          </p:cNvPr>
          <p:cNvSpPr txBox="1"/>
          <p:nvPr/>
        </p:nvSpPr>
        <p:spPr>
          <a:xfrm>
            <a:off x="6560027" y="5417877"/>
            <a:ext cx="4277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54635" indent="321310">
              <a:lnSpc>
                <a:spcPct val="100000"/>
              </a:lnSpc>
              <a:spcBef>
                <a:spcPts val="95"/>
              </a:spcBef>
            </a:pPr>
            <a:r>
              <a:rPr lang="ko-KR" altLang="en-US" sz="1800" spc="-25" dirty="0">
                <a:latin typeface="Malgun Gothic"/>
                <a:cs typeface="Malgun Gothic"/>
              </a:rPr>
              <a:t>비활성</a:t>
            </a:r>
            <a:r>
              <a:rPr lang="ko-KR" altLang="en-US" sz="1800" spc="-190" dirty="0">
                <a:latin typeface="Malgun Gothic"/>
                <a:cs typeface="Malgun Gothic"/>
              </a:rPr>
              <a:t> </a:t>
            </a:r>
            <a:r>
              <a:rPr lang="ko-KR" altLang="en-US" sz="1800" dirty="0">
                <a:latin typeface="Malgun Gothic"/>
                <a:cs typeface="Malgun Gothic"/>
              </a:rPr>
              <a:t>오브젝트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F45DB-42E8-4CA4-8162-DFCD89465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9719F90-647C-9057-18C8-2D0ABC521CCC}"/>
              </a:ext>
            </a:extLst>
          </p:cNvPr>
          <p:cNvGrpSpPr/>
          <p:nvPr/>
        </p:nvGrpSpPr>
        <p:grpSpPr>
          <a:xfrm>
            <a:off x="0" y="6476999"/>
            <a:ext cx="12192000" cy="381000"/>
            <a:chOff x="0" y="6476999"/>
            <a:chExt cx="12192000" cy="3810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5AFFDE6-A811-7666-3753-2FDEF082E5CA}"/>
                </a:ext>
              </a:extLst>
            </p:cNvPr>
            <p:cNvSpPr/>
            <p:nvPr/>
          </p:nvSpPr>
          <p:spPr>
            <a:xfrm>
              <a:off x="0" y="6476999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121920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12192000" y="3809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FA2A0DC-60FD-6CE9-1B57-DF9CAC24DE2C}"/>
                </a:ext>
              </a:extLst>
            </p:cNvPr>
            <p:cNvSpPr/>
            <p:nvPr/>
          </p:nvSpPr>
          <p:spPr>
            <a:xfrm>
              <a:off x="0" y="6476999"/>
              <a:ext cx="12192000" cy="18415"/>
            </a:xfrm>
            <a:custGeom>
              <a:avLst/>
              <a:gdLst/>
              <a:ahLst/>
              <a:cxnLst/>
              <a:rect l="l" t="t" r="r" b="b"/>
              <a:pathLst>
                <a:path w="12192000" h="18414">
                  <a:moveTo>
                    <a:pt x="121920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2192000" y="182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217A0CA-7CCC-C7C4-3D09-C6F23E6FE280}"/>
                </a:ext>
              </a:extLst>
            </p:cNvPr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714500" y="3048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gen-dedup-b7042822c590cf1066a472ff1b5b8f45.png">
              <a:extLst>
                <a:ext uri="{FF2B5EF4-FFF2-40B4-BE49-F238E27FC236}">
                  <a16:creationId xmlns:a16="http://schemas.microsoft.com/office/drawing/2014/main" id="{6EDB8CFA-247E-B388-02A8-ABC0E6A5F14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021" y="6605153"/>
              <a:ext cx="119555" cy="120071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998D6ED9-7B90-1C72-9136-DE69AE9C08F5}"/>
              </a:ext>
            </a:extLst>
          </p:cNvPr>
          <p:cNvSpPr txBox="1"/>
          <p:nvPr/>
        </p:nvSpPr>
        <p:spPr>
          <a:xfrm>
            <a:off x="38861" y="6486144"/>
            <a:ext cx="858519" cy="334645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795"/>
              </a:spcBef>
            </a:pPr>
            <a:r>
              <a:rPr sz="1000" b="1" spc="-25" dirty="0">
                <a:latin typeface="Malgun Gothic"/>
                <a:cs typeface="Malgun Gothic"/>
              </a:rPr>
              <a:t>시작</a:t>
            </a:r>
            <a:endParaRPr sz="1000">
              <a:latin typeface="Malgun Gothic"/>
              <a:cs typeface="Malgun Gothic"/>
            </a:endParaRPr>
          </a:p>
        </p:txBody>
      </p:sp>
      <p:pic>
        <p:nvPicPr>
          <p:cNvPr id="8" name="object 8" descr="gen-dedup-1027b540a23f27953c8b221c66837c2b.png">
            <a:extLst>
              <a:ext uri="{FF2B5EF4-FFF2-40B4-BE49-F238E27FC236}">
                <a16:creationId xmlns:a16="http://schemas.microsoft.com/office/drawing/2014/main" id="{3DDC61F0-97C8-55BB-46D9-5DEE8BB2894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7936" y="6613774"/>
            <a:ext cx="138545" cy="112113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C3D7848A-2E7C-D60C-E990-F8AE64C03E7B}"/>
              </a:ext>
            </a:extLst>
          </p:cNvPr>
          <p:cNvSpPr txBox="1"/>
          <p:nvPr/>
        </p:nvSpPr>
        <p:spPr>
          <a:xfrm>
            <a:off x="953261" y="6486144"/>
            <a:ext cx="1714500" cy="334645"/>
          </a:xfrm>
          <a:prstGeom prst="rect">
            <a:avLst/>
          </a:prstGeom>
          <a:ln w="25400">
            <a:solidFill>
              <a:srgbClr val="80808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855"/>
              </a:spcBef>
            </a:pPr>
            <a:r>
              <a:rPr sz="900" b="1" dirty="0">
                <a:latin typeface="Malgun Gothic"/>
                <a:cs typeface="Malgun Gothic"/>
              </a:rPr>
              <a:t>탐색</a:t>
            </a:r>
            <a:r>
              <a:rPr sz="900" b="1" spc="-7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중</a:t>
            </a:r>
            <a:r>
              <a:rPr sz="900" b="1" spc="-6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Arial"/>
                <a:cs typeface="Arial"/>
              </a:rPr>
              <a:t>-</a:t>
            </a:r>
            <a:r>
              <a:rPr sz="900" b="1" spc="-10" dirty="0">
                <a:latin typeface="Arial"/>
                <a:cs typeface="Arial"/>
              </a:rPr>
              <a:t> Projects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D046CB33-3F90-E837-1131-B6A5FDE111E1}"/>
              </a:ext>
            </a:extLst>
          </p:cNvPr>
          <p:cNvGrpSpPr/>
          <p:nvPr/>
        </p:nvGrpSpPr>
        <p:grpSpPr>
          <a:xfrm>
            <a:off x="142711" y="157402"/>
            <a:ext cx="11906578" cy="6085840"/>
            <a:chOff x="662177" y="166878"/>
            <a:chExt cx="10890885" cy="6085840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2DB9D2B-2354-DA09-C530-5EDB9522840F}"/>
                </a:ext>
              </a:extLst>
            </p:cNvPr>
            <p:cNvSpPr/>
            <p:nvPr/>
          </p:nvSpPr>
          <p:spPr>
            <a:xfrm>
              <a:off x="662177" y="166878"/>
              <a:ext cx="10890885" cy="6085840"/>
            </a:xfrm>
            <a:custGeom>
              <a:avLst/>
              <a:gdLst/>
              <a:ahLst/>
              <a:cxnLst/>
              <a:rect l="l" t="t" r="r" b="b"/>
              <a:pathLst>
                <a:path w="10890885" h="6085840">
                  <a:moveTo>
                    <a:pt x="10890504" y="0"/>
                  </a:moveTo>
                  <a:lnTo>
                    <a:pt x="0" y="0"/>
                  </a:lnTo>
                  <a:lnTo>
                    <a:pt x="0" y="6085332"/>
                  </a:lnTo>
                  <a:lnTo>
                    <a:pt x="10890504" y="6085332"/>
                  </a:lnTo>
                  <a:lnTo>
                    <a:pt x="1089050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E68A919B-7874-E994-AC3F-E8A747708B14}"/>
                </a:ext>
              </a:extLst>
            </p:cNvPr>
            <p:cNvSpPr/>
            <p:nvPr/>
          </p:nvSpPr>
          <p:spPr>
            <a:xfrm>
              <a:off x="701801" y="1561338"/>
              <a:ext cx="10812780" cy="4648200"/>
            </a:xfrm>
            <a:custGeom>
              <a:avLst/>
              <a:gdLst/>
              <a:ahLst/>
              <a:cxnLst/>
              <a:rect l="l" t="t" r="r" b="b"/>
              <a:pathLst>
                <a:path w="10812780" h="4648200">
                  <a:moveTo>
                    <a:pt x="10812780" y="0"/>
                  </a:moveTo>
                  <a:lnTo>
                    <a:pt x="0" y="0"/>
                  </a:lnTo>
                  <a:lnTo>
                    <a:pt x="0" y="4648200"/>
                  </a:lnTo>
                  <a:lnTo>
                    <a:pt x="10812780" y="4648200"/>
                  </a:lnTo>
                  <a:lnTo>
                    <a:pt x="108127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36FB256-74A0-9DD4-9792-0957D4753685}"/>
                </a:ext>
              </a:extLst>
            </p:cNvPr>
            <p:cNvSpPr/>
            <p:nvPr/>
          </p:nvSpPr>
          <p:spPr>
            <a:xfrm>
              <a:off x="681227" y="196596"/>
              <a:ext cx="10850880" cy="291465"/>
            </a:xfrm>
            <a:custGeom>
              <a:avLst/>
              <a:gdLst/>
              <a:ahLst/>
              <a:cxnLst/>
              <a:rect l="l" t="t" r="r" b="b"/>
              <a:pathLst>
                <a:path w="10850880" h="291465">
                  <a:moveTo>
                    <a:pt x="10850880" y="0"/>
                  </a:moveTo>
                  <a:lnTo>
                    <a:pt x="0" y="0"/>
                  </a:lnTo>
                  <a:lnTo>
                    <a:pt x="0" y="291083"/>
                  </a:lnTo>
                  <a:lnTo>
                    <a:pt x="10850880" y="291083"/>
                  </a:lnTo>
                  <a:lnTo>
                    <a:pt x="1085088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gen-dedup-23665c0bc8193eed4b19e05b81a508d3.png">
              <a:extLst>
                <a:ext uri="{FF2B5EF4-FFF2-40B4-BE49-F238E27FC236}">
                  <a16:creationId xmlns:a16="http://schemas.microsoft.com/office/drawing/2014/main" id="{5F2EBE7C-57E3-DA79-442A-785D5BA26AA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227" y="737826"/>
              <a:ext cx="10850880" cy="42334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4EBED83-9F31-1914-2221-515AAA606654}"/>
                </a:ext>
              </a:extLst>
            </p:cNvPr>
            <p:cNvSpPr/>
            <p:nvPr/>
          </p:nvSpPr>
          <p:spPr>
            <a:xfrm>
              <a:off x="681227" y="758951"/>
              <a:ext cx="10850880" cy="416559"/>
            </a:xfrm>
            <a:custGeom>
              <a:avLst/>
              <a:gdLst/>
              <a:ahLst/>
              <a:cxnLst/>
              <a:rect l="l" t="t" r="r" b="b"/>
              <a:pathLst>
                <a:path w="10850880" h="416559">
                  <a:moveTo>
                    <a:pt x="10850880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0850880" y="416051"/>
                  </a:lnTo>
                  <a:lnTo>
                    <a:pt x="1085088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 descr="gen-dedup-23665c0bc8193eed4b19e05b81a508d3.png">
              <a:extLst>
                <a:ext uri="{FF2B5EF4-FFF2-40B4-BE49-F238E27FC236}">
                  <a16:creationId xmlns:a16="http://schemas.microsoft.com/office/drawing/2014/main" id="{F5CB324B-C18E-1C5D-2109-EF6B92D65BC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227" y="1175203"/>
              <a:ext cx="10850880" cy="40821"/>
            </a:xfrm>
            <a:prstGeom prst="rect">
              <a:avLst/>
            </a:prstGeom>
          </p:spPr>
        </p:pic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9606414E-9F75-19C7-4E38-212BDD664380}"/>
                </a:ext>
              </a:extLst>
            </p:cNvPr>
            <p:cNvSpPr/>
            <p:nvPr/>
          </p:nvSpPr>
          <p:spPr>
            <a:xfrm>
              <a:off x="681227" y="1194816"/>
              <a:ext cx="10850880" cy="334010"/>
            </a:xfrm>
            <a:custGeom>
              <a:avLst/>
              <a:gdLst/>
              <a:ahLst/>
              <a:cxnLst/>
              <a:rect l="l" t="t" r="r" b="b"/>
              <a:pathLst>
                <a:path w="10850880" h="334009">
                  <a:moveTo>
                    <a:pt x="10850880" y="0"/>
                  </a:moveTo>
                  <a:lnTo>
                    <a:pt x="0" y="0"/>
                  </a:lnTo>
                  <a:lnTo>
                    <a:pt x="0" y="333755"/>
                  </a:lnTo>
                  <a:lnTo>
                    <a:pt x="10850880" y="333755"/>
                  </a:lnTo>
                  <a:lnTo>
                    <a:pt x="1085088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gen-dedup-23665c0bc8193eed4b19e05b81a508d3.png">
              <a:extLst>
                <a:ext uri="{FF2B5EF4-FFF2-40B4-BE49-F238E27FC236}">
                  <a16:creationId xmlns:a16="http://schemas.microsoft.com/office/drawing/2014/main" id="{15A4AFF2-1F6E-FD2D-BE98-D01E8D6FAE6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227" y="1528770"/>
              <a:ext cx="10850880" cy="40822"/>
            </a:xfrm>
            <a:prstGeom prst="rect">
              <a:avLst/>
            </a:prstGeom>
          </p:spPr>
        </p:pic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7CD8FDEB-5D8C-FAF5-78BE-73B898CD721B}"/>
                </a:ext>
              </a:extLst>
            </p:cNvPr>
            <p:cNvSpPr/>
            <p:nvPr/>
          </p:nvSpPr>
          <p:spPr>
            <a:xfrm>
              <a:off x="10687811" y="228600"/>
              <a:ext cx="216535" cy="228600"/>
            </a:xfrm>
            <a:custGeom>
              <a:avLst/>
              <a:gdLst/>
              <a:ahLst/>
              <a:cxnLst/>
              <a:rect l="l" t="t" r="r" b="b"/>
              <a:pathLst>
                <a:path w="216534" h="228600">
                  <a:moveTo>
                    <a:pt x="21640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16407" y="228600"/>
                  </a:lnTo>
                  <a:lnTo>
                    <a:pt x="21640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5AA6D9BC-4176-CE70-4780-DA34EF6CF18E}"/>
                </a:ext>
              </a:extLst>
            </p:cNvPr>
            <p:cNvSpPr/>
            <p:nvPr/>
          </p:nvSpPr>
          <p:spPr>
            <a:xfrm>
              <a:off x="10687811" y="228600"/>
              <a:ext cx="216535" cy="228600"/>
            </a:xfrm>
            <a:custGeom>
              <a:avLst/>
              <a:gdLst/>
              <a:ahLst/>
              <a:cxnLst/>
              <a:rect l="l" t="t" r="r" b="b"/>
              <a:pathLst>
                <a:path w="216534" h="228600">
                  <a:moveTo>
                    <a:pt x="0" y="228600"/>
                  </a:moveTo>
                  <a:lnTo>
                    <a:pt x="216407" y="228600"/>
                  </a:lnTo>
                  <a:lnTo>
                    <a:pt x="216407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287FCAFD-7A20-FF04-0BA2-0C8DF85E2937}"/>
                </a:ext>
              </a:extLst>
            </p:cNvPr>
            <p:cNvSpPr/>
            <p:nvPr/>
          </p:nvSpPr>
          <p:spPr>
            <a:xfrm>
              <a:off x="10983468" y="228600"/>
              <a:ext cx="215265" cy="228600"/>
            </a:xfrm>
            <a:custGeom>
              <a:avLst/>
              <a:gdLst/>
              <a:ahLst/>
              <a:cxnLst/>
              <a:rect l="l" t="t" r="r" b="b"/>
              <a:pathLst>
                <a:path w="215265" h="228600">
                  <a:moveTo>
                    <a:pt x="214883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14883" y="228600"/>
                  </a:lnTo>
                  <a:lnTo>
                    <a:pt x="21488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AD419F3E-B98F-8626-4452-88BDC6609D4E}"/>
                </a:ext>
              </a:extLst>
            </p:cNvPr>
            <p:cNvSpPr/>
            <p:nvPr/>
          </p:nvSpPr>
          <p:spPr>
            <a:xfrm>
              <a:off x="10983468" y="228600"/>
              <a:ext cx="215265" cy="228600"/>
            </a:xfrm>
            <a:custGeom>
              <a:avLst/>
              <a:gdLst/>
              <a:ahLst/>
              <a:cxnLst/>
              <a:rect l="l" t="t" r="r" b="b"/>
              <a:pathLst>
                <a:path w="215265" h="228600">
                  <a:moveTo>
                    <a:pt x="0" y="228600"/>
                  </a:moveTo>
                  <a:lnTo>
                    <a:pt x="214883" y="228600"/>
                  </a:lnTo>
                  <a:lnTo>
                    <a:pt x="214883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A605FE12-FBC7-1C0E-6532-3214963D57FD}"/>
                </a:ext>
              </a:extLst>
            </p:cNvPr>
            <p:cNvSpPr/>
            <p:nvPr/>
          </p:nvSpPr>
          <p:spPr>
            <a:xfrm>
              <a:off x="11276075" y="228600"/>
              <a:ext cx="216535" cy="228600"/>
            </a:xfrm>
            <a:custGeom>
              <a:avLst/>
              <a:gdLst/>
              <a:ahLst/>
              <a:cxnLst/>
              <a:rect l="l" t="t" r="r" b="b"/>
              <a:pathLst>
                <a:path w="216534" h="228600">
                  <a:moveTo>
                    <a:pt x="21640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16407" y="228600"/>
                  </a:lnTo>
                  <a:lnTo>
                    <a:pt x="21640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F6290604-2223-3404-D15E-5369DB976A1D}"/>
                </a:ext>
              </a:extLst>
            </p:cNvPr>
            <p:cNvSpPr/>
            <p:nvPr/>
          </p:nvSpPr>
          <p:spPr>
            <a:xfrm>
              <a:off x="760475" y="228600"/>
              <a:ext cx="10732135" cy="914400"/>
            </a:xfrm>
            <a:custGeom>
              <a:avLst/>
              <a:gdLst/>
              <a:ahLst/>
              <a:cxnLst/>
              <a:rect l="l" t="t" r="r" b="b"/>
              <a:pathLst>
                <a:path w="10732135" h="914400">
                  <a:moveTo>
                    <a:pt x="10515600" y="228600"/>
                  </a:moveTo>
                  <a:lnTo>
                    <a:pt x="10732008" y="228600"/>
                  </a:lnTo>
                  <a:lnTo>
                    <a:pt x="10732008" y="0"/>
                  </a:lnTo>
                  <a:lnTo>
                    <a:pt x="10515600" y="0"/>
                  </a:lnTo>
                  <a:lnTo>
                    <a:pt x="10515600" y="228600"/>
                  </a:lnTo>
                  <a:close/>
                </a:path>
                <a:path w="10732135" h="914400">
                  <a:moveTo>
                    <a:pt x="0" y="914400"/>
                  </a:moveTo>
                  <a:lnTo>
                    <a:pt x="313943" y="914400"/>
                  </a:lnTo>
                  <a:lnTo>
                    <a:pt x="313943" y="582167"/>
                  </a:lnTo>
                  <a:lnTo>
                    <a:pt x="0" y="582167"/>
                  </a:lnTo>
                  <a:lnTo>
                    <a:pt x="0" y="914400"/>
                  </a:lnTo>
                  <a:close/>
                </a:path>
                <a:path w="10732135" h="914400">
                  <a:moveTo>
                    <a:pt x="342899" y="914400"/>
                  </a:moveTo>
                  <a:lnTo>
                    <a:pt x="656843" y="914400"/>
                  </a:lnTo>
                  <a:lnTo>
                    <a:pt x="656843" y="582167"/>
                  </a:lnTo>
                  <a:lnTo>
                    <a:pt x="342899" y="582167"/>
                  </a:lnTo>
                  <a:lnTo>
                    <a:pt x="342899" y="914400"/>
                  </a:lnTo>
                  <a:close/>
                </a:path>
                <a:path w="10732135" h="914400">
                  <a:moveTo>
                    <a:pt x="687324" y="914400"/>
                  </a:moveTo>
                  <a:lnTo>
                    <a:pt x="999744" y="914400"/>
                  </a:lnTo>
                  <a:lnTo>
                    <a:pt x="999744" y="582167"/>
                  </a:lnTo>
                  <a:lnTo>
                    <a:pt x="687324" y="582167"/>
                  </a:lnTo>
                  <a:lnTo>
                    <a:pt x="687324" y="9144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D8F38B98-8DB2-4FEE-F4E8-72861D82796A}"/>
                </a:ext>
              </a:extLst>
            </p:cNvPr>
            <p:cNvSpPr/>
            <p:nvPr/>
          </p:nvSpPr>
          <p:spPr>
            <a:xfrm>
              <a:off x="1349501" y="1238250"/>
              <a:ext cx="9321165" cy="250190"/>
            </a:xfrm>
            <a:custGeom>
              <a:avLst/>
              <a:gdLst/>
              <a:ahLst/>
              <a:cxnLst/>
              <a:rect l="l" t="t" r="r" b="b"/>
              <a:pathLst>
                <a:path w="9321165" h="250190">
                  <a:moveTo>
                    <a:pt x="9320784" y="0"/>
                  </a:moveTo>
                  <a:lnTo>
                    <a:pt x="0" y="0"/>
                  </a:lnTo>
                  <a:lnTo>
                    <a:pt x="0" y="249936"/>
                  </a:lnTo>
                  <a:lnTo>
                    <a:pt x="9320784" y="249936"/>
                  </a:lnTo>
                  <a:lnTo>
                    <a:pt x="93207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529A0971-E8A9-AFC9-7434-5494F2C979B4}"/>
                </a:ext>
              </a:extLst>
            </p:cNvPr>
            <p:cNvSpPr/>
            <p:nvPr/>
          </p:nvSpPr>
          <p:spPr>
            <a:xfrm>
              <a:off x="1349501" y="1238250"/>
              <a:ext cx="9321165" cy="250190"/>
            </a:xfrm>
            <a:custGeom>
              <a:avLst/>
              <a:gdLst/>
              <a:ahLst/>
              <a:cxnLst/>
              <a:rect l="l" t="t" r="r" b="b"/>
              <a:pathLst>
                <a:path w="9321165" h="250190">
                  <a:moveTo>
                    <a:pt x="0" y="249936"/>
                  </a:moveTo>
                  <a:lnTo>
                    <a:pt x="9320784" y="249936"/>
                  </a:lnTo>
                  <a:lnTo>
                    <a:pt x="9320784" y="0"/>
                  </a:lnTo>
                  <a:lnTo>
                    <a:pt x="0" y="0"/>
                  </a:lnTo>
                  <a:lnTo>
                    <a:pt x="0" y="249936"/>
                  </a:lnTo>
                  <a:close/>
                </a:path>
              </a:pathLst>
            </a:custGeom>
            <a:ln w="2539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78B021F0-C727-9E3B-8CF5-F46BB6717F4A}"/>
                </a:ext>
              </a:extLst>
            </p:cNvPr>
            <p:cNvSpPr/>
            <p:nvPr/>
          </p:nvSpPr>
          <p:spPr>
            <a:xfrm>
              <a:off x="10767059" y="1216152"/>
              <a:ext cx="687705" cy="271780"/>
            </a:xfrm>
            <a:custGeom>
              <a:avLst/>
              <a:gdLst/>
              <a:ahLst/>
              <a:cxnLst/>
              <a:rect l="l" t="t" r="r" b="b"/>
              <a:pathLst>
                <a:path w="687704" h="271780">
                  <a:moveTo>
                    <a:pt x="0" y="271272"/>
                  </a:moveTo>
                  <a:lnTo>
                    <a:pt x="687324" y="271272"/>
                  </a:lnTo>
                  <a:lnTo>
                    <a:pt x="687324" y="0"/>
                  </a:lnTo>
                  <a:lnTo>
                    <a:pt x="0" y="0"/>
                  </a:lnTo>
                  <a:lnTo>
                    <a:pt x="0" y="2712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615F1AEC-04A3-A803-CA3A-9A00A61231F2}"/>
                </a:ext>
              </a:extLst>
            </p:cNvPr>
            <p:cNvSpPr/>
            <p:nvPr/>
          </p:nvSpPr>
          <p:spPr>
            <a:xfrm>
              <a:off x="11032235" y="274320"/>
              <a:ext cx="117475" cy="135890"/>
            </a:xfrm>
            <a:custGeom>
              <a:avLst/>
              <a:gdLst/>
              <a:ahLst/>
              <a:cxnLst/>
              <a:rect l="l" t="t" r="r" b="b"/>
              <a:pathLst>
                <a:path w="117475" h="135890">
                  <a:moveTo>
                    <a:pt x="0" y="135635"/>
                  </a:moveTo>
                  <a:lnTo>
                    <a:pt x="117348" y="135635"/>
                  </a:lnTo>
                  <a:lnTo>
                    <a:pt x="117348" y="0"/>
                  </a:lnTo>
                  <a:lnTo>
                    <a:pt x="0" y="0"/>
                  </a:lnTo>
                  <a:lnTo>
                    <a:pt x="0" y="1356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87622B9B-B1FA-E8A6-461E-BDDB47763513}"/>
                </a:ext>
              </a:extLst>
            </p:cNvPr>
            <p:cNvSpPr/>
            <p:nvPr/>
          </p:nvSpPr>
          <p:spPr>
            <a:xfrm>
              <a:off x="11032235" y="274320"/>
              <a:ext cx="117475" cy="21590"/>
            </a:xfrm>
            <a:custGeom>
              <a:avLst/>
              <a:gdLst/>
              <a:ahLst/>
              <a:cxnLst/>
              <a:rect l="l" t="t" r="r" b="b"/>
              <a:pathLst>
                <a:path w="117475" h="21589">
                  <a:moveTo>
                    <a:pt x="117348" y="0"/>
                  </a:moveTo>
                  <a:lnTo>
                    <a:pt x="0" y="0"/>
                  </a:lnTo>
                  <a:lnTo>
                    <a:pt x="0" y="21335"/>
                  </a:lnTo>
                  <a:lnTo>
                    <a:pt x="117348" y="21335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 descr="gen-dedup-25afa46a09582202a40d6f31fc2ccf91.png">
              <a:extLst>
                <a:ext uri="{FF2B5EF4-FFF2-40B4-BE49-F238E27FC236}">
                  <a16:creationId xmlns:a16="http://schemas.microsoft.com/office/drawing/2014/main" id="{BDD7959A-6112-0D47-1946-34621BF372B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873" y="883919"/>
              <a:ext cx="137350" cy="166115"/>
            </a:xfrm>
            <a:prstGeom prst="rect">
              <a:avLst/>
            </a:prstGeom>
          </p:spPr>
        </p:pic>
        <p:pic>
          <p:nvPicPr>
            <p:cNvPr id="34" name="object 34" descr="gen-dedup-53d8cb32c6720cdad62ecd3793163a86.png">
              <a:extLst>
                <a:ext uri="{FF2B5EF4-FFF2-40B4-BE49-F238E27FC236}">
                  <a16:creationId xmlns:a16="http://schemas.microsoft.com/office/drawing/2014/main" id="{5C94A570-7AE2-0547-1C3F-6E1CDBF53D5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1773" y="883919"/>
              <a:ext cx="137350" cy="166115"/>
            </a:xfrm>
            <a:prstGeom prst="rect">
              <a:avLst/>
            </a:prstGeom>
          </p:spPr>
        </p:pic>
        <p:pic>
          <p:nvPicPr>
            <p:cNvPr id="35" name="object 35" descr="gen-dedup-fa17d56a867348b02c8a56abf7174658.png">
              <a:extLst>
                <a:ext uri="{FF2B5EF4-FFF2-40B4-BE49-F238E27FC236}">
                  <a16:creationId xmlns:a16="http://schemas.microsoft.com/office/drawing/2014/main" id="{3654B041-46C8-5798-7ED3-E1A6E4CC4A2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5938" y="883919"/>
              <a:ext cx="117730" cy="166115"/>
            </a:xfrm>
            <a:prstGeom prst="rect">
              <a:avLst/>
            </a:prstGeom>
          </p:spPr>
        </p:pic>
        <p:pic>
          <p:nvPicPr>
            <p:cNvPr id="36" name="object 36" descr="gen-dedup-013b38688217c28f0315b66cc4dba47b.png">
              <a:extLst>
                <a:ext uri="{FF2B5EF4-FFF2-40B4-BE49-F238E27FC236}">
                  <a16:creationId xmlns:a16="http://schemas.microsoft.com/office/drawing/2014/main" id="{268BA876-49CA-B21E-68B7-B0A01665804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36063" y="883919"/>
              <a:ext cx="156972" cy="166115"/>
            </a:xfrm>
            <a:prstGeom prst="rect">
              <a:avLst/>
            </a:prstGeom>
          </p:spPr>
        </p:pic>
        <p:pic>
          <p:nvPicPr>
            <p:cNvPr id="37" name="object 37" descr="gen-dedup-3408d1960989eaff15e10127b414fcf2.png">
              <a:extLst>
                <a:ext uri="{FF2B5EF4-FFF2-40B4-BE49-F238E27FC236}">
                  <a16:creationId xmlns:a16="http://schemas.microsoft.com/office/drawing/2014/main" id="{39FD105F-233D-6FF0-BD6B-1D152AF685F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39975" y="883919"/>
              <a:ext cx="137350" cy="166115"/>
            </a:xfrm>
            <a:prstGeom prst="rect">
              <a:avLst/>
            </a:prstGeom>
          </p:spPr>
        </p:pic>
        <p:pic>
          <p:nvPicPr>
            <p:cNvPr id="38" name="object 38" descr="gen-dedup-6e9e672aa626b1edf6db8640b2821839.png">
              <a:extLst>
                <a:ext uri="{FF2B5EF4-FFF2-40B4-BE49-F238E27FC236}">
                  <a16:creationId xmlns:a16="http://schemas.microsoft.com/office/drawing/2014/main" id="{132AC4BC-29D6-88B2-F8F6-8A9A45C2AAF7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24327" y="883919"/>
              <a:ext cx="156972" cy="166115"/>
            </a:xfrm>
            <a:prstGeom prst="rect">
              <a:avLst/>
            </a:prstGeom>
          </p:spPr>
        </p:pic>
        <p:pic>
          <p:nvPicPr>
            <p:cNvPr id="39" name="object 39" descr="gen-dedup-7c02ed4669765158cb6410457d6288f7.png">
              <a:extLst>
                <a:ext uri="{FF2B5EF4-FFF2-40B4-BE49-F238E27FC236}">
                  <a16:creationId xmlns:a16="http://schemas.microsoft.com/office/drawing/2014/main" id="{C48556C7-77BC-317B-4140-017F4E1236FE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06831" y="1301661"/>
              <a:ext cx="144511" cy="119976"/>
            </a:xfrm>
            <a:prstGeom prst="rect">
              <a:avLst/>
            </a:prstGeom>
          </p:spPr>
        </p:pic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1A54D19A-0DCC-04C1-0AAE-31E5CBE19463}"/>
                </a:ext>
              </a:extLst>
            </p:cNvPr>
            <p:cNvSpPr/>
            <p:nvPr/>
          </p:nvSpPr>
          <p:spPr>
            <a:xfrm>
              <a:off x="681227" y="1575816"/>
              <a:ext cx="10814685" cy="314325"/>
            </a:xfrm>
            <a:custGeom>
              <a:avLst/>
              <a:gdLst/>
              <a:ahLst/>
              <a:cxnLst/>
              <a:rect l="l" t="t" r="r" b="b"/>
              <a:pathLst>
                <a:path w="10814685" h="314325">
                  <a:moveTo>
                    <a:pt x="10814304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10814304" y="313943"/>
                  </a:lnTo>
                  <a:lnTo>
                    <a:pt x="108143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>
            <a:extLst>
              <a:ext uri="{FF2B5EF4-FFF2-40B4-BE49-F238E27FC236}">
                <a16:creationId xmlns:a16="http://schemas.microsoft.com/office/drawing/2014/main" id="{C3C4F5E6-D477-6A51-5695-DA3F75AB1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771203"/>
              </p:ext>
            </p:extLst>
          </p:nvPr>
        </p:nvGraphicFramePr>
        <p:xfrm>
          <a:off x="205188" y="1929766"/>
          <a:ext cx="7376452" cy="419988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66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551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1400" spc="-25" dirty="0">
                          <a:latin typeface="Malgun Gothic"/>
                          <a:cs typeface="Malgun Gothic"/>
                        </a:rPr>
                        <a:t>플랫폼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183515" marB="0"/>
                </a:tc>
                <a:tc>
                  <a:txBody>
                    <a:bodyPr/>
                    <a:lstStyle/>
                    <a:p>
                      <a:pPr marL="95250" marR="2159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PC(Windows)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8161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1400" spc="-25" dirty="0">
                          <a:latin typeface="Malgun Gothic"/>
                          <a:cs typeface="Malgun Gothic"/>
                        </a:rPr>
                        <a:t>장르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83515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로그</a:t>
                      </a:r>
                      <a:r>
                        <a:rPr sz="14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라이크</a:t>
                      </a:r>
                      <a:r>
                        <a:rPr sz="14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타워</a:t>
                      </a:r>
                      <a:r>
                        <a:rPr sz="140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디펜스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1835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745">
                <a:tc>
                  <a:txBody>
                    <a:bodyPr/>
                    <a:lstStyle/>
                    <a:p>
                      <a:pPr marL="95250" marR="236854" algn="l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lang="ko-KR" altLang="en-US" sz="1400" dirty="0">
                          <a:latin typeface="Malgun Gothic"/>
                          <a:cs typeface="Malgun Gothic"/>
                        </a:rPr>
                        <a:t>개발 인원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160655" marB="0"/>
                </a:tc>
                <a:tc>
                  <a:txBody>
                    <a:bodyPr/>
                    <a:lstStyle/>
                    <a:p>
                      <a:pPr marL="95250" marR="123189" algn="l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인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기획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1,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플밍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2,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아트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53975" marB="0"/>
                </a:tc>
                <a:tc>
                  <a:txBody>
                    <a:bodyPr/>
                    <a:lstStyle/>
                    <a:p>
                      <a:pPr marL="95250" algn="l">
                        <a:lnSpc>
                          <a:spcPct val="100000"/>
                        </a:lnSpc>
                      </a:pPr>
                      <a:r>
                        <a:rPr sz="1400" dirty="0" err="1"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40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기간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62865" marB="0"/>
                </a:tc>
                <a:tc>
                  <a:txBody>
                    <a:bodyPr/>
                    <a:lstStyle/>
                    <a:p>
                      <a:pPr marL="95250" algn="l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2025.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05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~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현재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6286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4341">
                <a:tc>
                  <a:txBody>
                    <a:bodyPr/>
                    <a:lstStyle/>
                    <a:p>
                      <a:pPr marL="95250" marR="236854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400" dirty="0" err="1"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40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50" dirty="0" err="1">
                          <a:latin typeface="Malgun Gothic"/>
                          <a:cs typeface="Malgun Gothic"/>
                        </a:rPr>
                        <a:t>도구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76835" marB="0"/>
                </a:tc>
                <a:tc>
                  <a:txBody>
                    <a:bodyPr/>
                    <a:lstStyle/>
                    <a:p>
                      <a:pPr marL="95250" marR="2159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C#,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Unity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8161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동영상</a:t>
                      </a:r>
                      <a:r>
                        <a:rPr sz="14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35" dirty="0">
                          <a:latin typeface="Malgun Gothic"/>
                          <a:cs typeface="Malgun Gothic"/>
                        </a:rPr>
                        <a:t>링크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183515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1400" u="heavy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Malgun Gothic"/>
                          <a:cs typeface="Malgun Gothic"/>
                          <a:hlinkClick r:id="rId12"/>
                        </a:rPr>
                        <a:t>유튜브</a:t>
                      </a:r>
                      <a:r>
                        <a:rPr sz="1400" u="heavy" spc="-12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Malgun Gothic"/>
                          <a:cs typeface="Malgun Gothic"/>
                          <a:hlinkClick r:id="rId12"/>
                        </a:rPr>
                        <a:t> </a:t>
                      </a:r>
                      <a:r>
                        <a:rPr sz="1400" u="heavy" spc="-2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Malgun Gothic"/>
                          <a:cs typeface="Malgun Gothic"/>
                          <a:hlinkClick r:id="rId12"/>
                        </a:rPr>
                        <a:t>링크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8351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06386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spc="-25" dirty="0">
                          <a:latin typeface="Malgun Gothic"/>
                          <a:cs typeface="Malgun Gothic"/>
                        </a:rPr>
                        <a:t>요약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/>
                </a:tc>
                <a:tc gridSpan="3">
                  <a:txBody>
                    <a:bodyPr/>
                    <a:lstStyle/>
                    <a:p>
                      <a:pPr marL="95250" marR="499109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indows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OS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와</a:t>
                      </a:r>
                      <a:r>
                        <a:rPr sz="1400" spc="-20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파일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확장자를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컨셉으로</a:t>
                      </a:r>
                      <a:r>
                        <a:rPr sz="1400" spc="-20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하여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주어진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경로에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바이러스를</a:t>
                      </a:r>
                      <a:r>
                        <a:rPr sz="1400" spc="-20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막는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디펜스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게임이다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  <a:p>
                      <a:pPr marL="134620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플레이어는</a:t>
                      </a:r>
                      <a:r>
                        <a:rPr sz="1400" spc="-20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라운드를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클리어하여</a:t>
                      </a:r>
                      <a:r>
                        <a:rPr sz="1400" spc="-1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얻은</a:t>
                      </a:r>
                      <a:r>
                        <a:rPr sz="1400" spc="-1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재화를</a:t>
                      </a:r>
                      <a:r>
                        <a:rPr sz="1400" spc="-1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통해</a:t>
                      </a:r>
                      <a:r>
                        <a:rPr sz="1400" spc="-1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더</a:t>
                      </a:r>
                      <a:r>
                        <a:rPr sz="1400" spc="-17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상위인</a:t>
                      </a:r>
                      <a:r>
                        <a:rPr sz="1400" spc="-1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50" dirty="0">
                          <a:latin typeface="Malgun Gothic"/>
                          <a:cs typeface="Malgun Gothic"/>
                        </a:rPr>
                        <a:t>파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일을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해금하거나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영구적으로</a:t>
                      </a:r>
                      <a:r>
                        <a:rPr sz="1400" spc="-20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파일들의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위력을</a:t>
                      </a:r>
                      <a:r>
                        <a:rPr sz="1400" spc="-1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높일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있다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857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06386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spc="-25" dirty="0">
                          <a:latin typeface="Malgun Gothic"/>
                          <a:cs typeface="Malgun Gothic"/>
                        </a:rPr>
                        <a:t>역할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/>
                </a:tc>
                <a:tc gridSpan="3">
                  <a:txBody>
                    <a:bodyPr/>
                    <a:lstStyle/>
                    <a:p>
                      <a:pPr marL="187325" indent="-92075">
                        <a:lnSpc>
                          <a:spcPct val="100000"/>
                        </a:lnSpc>
                        <a:spcBef>
                          <a:spcPts val="675"/>
                        </a:spcBef>
                        <a:buFont typeface="Calibri"/>
                        <a:buChar char="-"/>
                        <a:tabLst>
                          <a:tab pos="187325" algn="l"/>
                        </a:tabLst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파일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바이러스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/UI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상호작용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이벤트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시스템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설계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  <a:p>
                      <a:pPr marL="187325" indent="-92075">
                        <a:lnSpc>
                          <a:spcPct val="100000"/>
                        </a:lnSpc>
                        <a:buFont typeface="Calibri"/>
                        <a:buChar char="-"/>
                        <a:tabLst>
                          <a:tab pos="187325" algn="l"/>
                        </a:tabLst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버프</a:t>
                      </a:r>
                      <a:r>
                        <a:rPr sz="1400" spc="-1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파일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유닛의</a:t>
                      </a:r>
                      <a:r>
                        <a:rPr sz="1400" spc="-1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버프</a:t>
                      </a:r>
                      <a:r>
                        <a:rPr sz="1400" spc="-1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부여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해제</a:t>
                      </a:r>
                      <a:r>
                        <a:rPr sz="1400" spc="-2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로직</a:t>
                      </a:r>
                      <a:r>
                        <a:rPr sz="1400" spc="-1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설계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  <a:p>
                      <a:pPr marL="187325" indent="-92075">
                        <a:lnSpc>
                          <a:spcPct val="100000"/>
                        </a:lnSpc>
                        <a:buFont typeface="Calibri"/>
                        <a:buChar char="-"/>
                        <a:tabLst>
                          <a:tab pos="187325" algn="l"/>
                        </a:tabLst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그리드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오브젝트</a:t>
                      </a:r>
                      <a:r>
                        <a:rPr sz="1400" spc="-2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배치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시스템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설계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857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4180488"/>
                  </a:ext>
                </a:extLst>
              </a:tr>
              <a:tr h="117474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52AA8E15-FAC9-1B93-79E0-2265D6E3E7C1}"/>
              </a:ext>
            </a:extLst>
          </p:cNvPr>
          <p:cNvSpPr txBox="1"/>
          <p:nvPr/>
        </p:nvSpPr>
        <p:spPr>
          <a:xfrm>
            <a:off x="148485" y="478864"/>
            <a:ext cx="4728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파일</a:t>
            </a:r>
            <a:r>
              <a:rPr lang="en-US" altLang="ko-KR" sz="1200" dirty="0"/>
              <a:t>(F)</a:t>
            </a:r>
            <a:r>
              <a:rPr lang="ko-KR" altLang="en-US" sz="1200" spc="475" dirty="0"/>
              <a:t> </a:t>
            </a:r>
            <a:r>
              <a:rPr lang="ko-KR" altLang="en-US" sz="1200" dirty="0"/>
              <a:t>편집</a:t>
            </a:r>
            <a:r>
              <a:rPr lang="en-US" altLang="ko-KR" sz="1200" dirty="0"/>
              <a:t>(E)</a:t>
            </a:r>
            <a:r>
              <a:rPr lang="ko-KR" altLang="en-US" sz="1200" spc="490" dirty="0"/>
              <a:t> </a:t>
            </a:r>
            <a:r>
              <a:rPr lang="ko-KR" altLang="en-US" sz="1200" dirty="0"/>
              <a:t>보기</a:t>
            </a:r>
            <a:r>
              <a:rPr lang="en-US" altLang="ko-KR" sz="1200" dirty="0"/>
              <a:t>(V)</a:t>
            </a:r>
            <a:r>
              <a:rPr lang="ko-KR" altLang="en-US" sz="1200" spc="475" dirty="0"/>
              <a:t> </a:t>
            </a:r>
            <a:r>
              <a:rPr lang="ko-KR" altLang="en-US" sz="1200" dirty="0"/>
              <a:t>도구</a:t>
            </a:r>
            <a:r>
              <a:rPr lang="en-US" altLang="ko-KR" sz="1200" dirty="0"/>
              <a:t>(T)</a:t>
            </a:r>
            <a:r>
              <a:rPr lang="ko-KR" altLang="en-US" sz="1200" spc="125" dirty="0"/>
              <a:t>  </a:t>
            </a:r>
            <a:r>
              <a:rPr lang="ko-KR" altLang="en-US" sz="1200" spc="-10" dirty="0"/>
              <a:t>도움말</a:t>
            </a:r>
            <a:r>
              <a:rPr lang="en-US" altLang="ko-KR" sz="1200" spc="-10" dirty="0"/>
              <a:t>(H)</a:t>
            </a:r>
            <a:endParaRPr lang="ko-KR" alt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35BDA0-B3E5-CFF7-0024-61FAD5FD3393}"/>
              </a:ext>
            </a:extLst>
          </p:cNvPr>
          <p:cNvSpPr txBox="1"/>
          <p:nvPr/>
        </p:nvSpPr>
        <p:spPr>
          <a:xfrm>
            <a:off x="213561" y="1225468"/>
            <a:ext cx="3890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0" dirty="0"/>
              <a:t>주소</a:t>
            </a:r>
            <a:r>
              <a:rPr lang="en-US" altLang="ko-KR" sz="1200" spc="-10" dirty="0"/>
              <a:t>(D)</a:t>
            </a:r>
            <a:r>
              <a:rPr lang="en-US" altLang="ko-KR" sz="1200" dirty="0"/>
              <a:t>	</a:t>
            </a:r>
            <a:r>
              <a:rPr lang="en-US" altLang="ko-KR" sz="1200" spc="-10" dirty="0"/>
              <a:t>C:\Portfolio\Projects\</a:t>
            </a:r>
            <a:r>
              <a:rPr lang="en-US" altLang="ko-KR" sz="1200" dirty="0">
                <a:solidFill>
                  <a:schemeClr val="tx1"/>
                </a:solidFill>
                <a:latin typeface="Arial"/>
                <a:cs typeface="Arial"/>
              </a:rPr>
              <a:t>File</a:t>
            </a:r>
            <a:r>
              <a:rPr lang="en-US" altLang="ko-KR" sz="1200" spc="-10" dirty="0">
                <a:solidFill>
                  <a:schemeClr val="tx1"/>
                </a:solidFill>
                <a:latin typeface="Arial"/>
                <a:cs typeface="Arial"/>
              </a:rPr>
              <a:t> Tower</a:t>
            </a:r>
            <a:r>
              <a:rPr lang="en-US" altLang="ko-KR" sz="12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ko-KR" sz="1200" spc="-10" dirty="0" err="1">
                <a:solidFill>
                  <a:schemeClr val="tx1"/>
                </a:solidFill>
                <a:latin typeface="Arial"/>
                <a:cs typeface="Arial"/>
              </a:rPr>
              <a:t>Defence</a:t>
            </a:r>
            <a:endParaRPr lang="ko-KR" altLang="en-US" sz="1200" dirty="0">
              <a:solidFill>
                <a:schemeClr val="tx1"/>
              </a:solidFill>
              <a:latin typeface="Malgun Gothic"/>
              <a:cs typeface="Malgun Gothic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9370F-D14B-6082-5CC2-DA384F85405D}"/>
              </a:ext>
            </a:extLst>
          </p:cNvPr>
          <p:cNvSpPr txBox="1"/>
          <p:nvPr/>
        </p:nvSpPr>
        <p:spPr>
          <a:xfrm>
            <a:off x="170978" y="1597223"/>
            <a:ext cx="2496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r>
              <a:rPr lang="en-US" altLang="ko-KR" sz="1400" b="1" spc="-10" dirty="0">
                <a:solidFill>
                  <a:srgbClr val="FFFFFF"/>
                </a:solidFill>
                <a:latin typeface="Arial"/>
                <a:cs typeface="Arial"/>
              </a:rPr>
              <a:t> Tower</a:t>
            </a:r>
            <a:r>
              <a:rPr lang="en-US" altLang="ko-KR" sz="1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altLang="ko-KR" sz="1400" b="1" spc="-10" dirty="0" err="1">
                <a:solidFill>
                  <a:srgbClr val="FFFFFF"/>
                </a:solidFill>
                <a:latin typeface="Arial"/>
                <a:cs typeface="Arial"/>
              </a:rPr>
              <a:t>Defence</a:t>
            </a:r>
            <a:endParaRPr lang="ko-KR" altLang="en-US" sz="1400"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pic>
        <p:nvPicPr>
          <p:cNvPr id="30" name="object 41">
            <a:extLst>
              <a:ext uri="{FF2B5EF4-FFF2-40B4-BE49-F238E27FC236}">
                <a16:creationId xmlns:a16="http://schemas.microsoft.com/office/drawing/2014/main" id="{F5C75ECC-B1AD-B7C7-AB90-2A87BB7653DA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650033" y="2526904"/>
            <a:ext cx="4291791" cy="286600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8F4C460-E111-E8BC-EF89-0636754729FD}"/>
              </a:ext>
            </a:extLst>
          </p:cNvPr>
          <p:cNvSpPr txBox="1"/>
          <p:nvPr/>
        </p:nvSpPr>
        <p:spPr>
          <a:xfrm>
            <a:off x="11720795" y="125261"/>
            <a:ext cx="305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spc="-75" baseline="-6172" dirty="0">
                <a:latin typeface="Arial"/>
                <a:cs typeface="Arial"/>
              </a:rPr>
              <a:t>X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740004-A585-DB41-6C2E-9E6B6B52E369}"/>
              </a:ext>
            </a:extLst>
          </p:cNvPr>
          <p:cNvSpPr txBox="1"/>
          <p:nvPr/>
        </p:nvSpPr>
        <p:spPr>
          <a:xfrm>
            <a:off x="11067482" y="31402"/>
            <a:ext cx="305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spc="-50" dirty="0">
                <a:latin typeface="Arial"/>
                <a:cs typeface="Arial"/>
              </a:rPr>
              <a:t>_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0646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362" y="96265"/>
            <a:ext cx="11876405" cy="6109335"/>
            <a:chOff x="102362" y="96265"/>
            <a:chExt cx="11876405" cy="6109335"/>
          </a:xfrm>
        </p:grpSpPr>
        <p:sp>
          <p:nvSpPr>
            <p:cNvPr id="3" name="object 3"/>
            <p:cNvSpPr/>
            <p:nvPr/>
          </p:nvSpPr>
          <p:spPr>
            <a:xfrm>
              <a:off x="115062" y="108965"/>
              <a:ext cx="11851005" cy="6083935"/>
            </a:xfrm>
            <a:custGeom>
              <a:avLst/>
              <a:gdLst/>
              <a:ahLst/>
              <a:cxnLst/>
              <a:rect l="l" t="t" r="r" b="b"/>
              <a:pathLst>
                <a:path w="11851005" h="6083935">
                  <a:moveTo>
                    <a:pt x="11850624" y="0"/>
                  </a:moveTo>
                  <a:lnTo>
                    <a:pt x="0" y="0"/>
                  </a:lnTo>
                  <a:lnTo>
                    <a:pt x="0" y="6083808"/>
                  </a:lnTo>
                  <a:lnTo>
                    <a:pt x="11850624" y="6083808"/>
                  </a:lnTo>
                  <a:lnTo>
                    <a:pt x="1185062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5062" y="108965"/>
              <a:ext cx="11851005" cy="6083935"/>
            </a:xfrm>
            <a:custGeom>
              <a:avLst/>
              <a:gdLst/>
              <a:ahLst/>
              <a:cxnLst/>
              <a:rect l="l" t="t" r="r" b="b"/>
              <a:pathLst>
                <a:path w="11851005" h="6083935">
                  <a:moveTo>
                    <a:pt x="0" y="6083808"/>
                  </a:moveTo>
                  <a:lnTo>
                    <a:pt x="11850624" y="6083808"/>
                  </a:lnTo>
                  <a:lnTo>
                    <a:pt x="11850624" y="0"/>
                  </a:lnTo>
                  <a:lnTo>
                    <a:pt x="0" y="0"/>
                  </a:lnTo>
                  <a:lnTo>
                    <a:pt x="0" y="608380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0" y="128015"/>
              <a:ext cx="11805285" cy="285115"/>
            </a:xfrm>
            <a:custGeom>
              <a:avLst/>
              <a:gdLst/>
              <a:ahLst/>
              <a:cxnLst/>
              <a:rect l="l" t="t" r="r" b="b"/>
              <a:pathLst>
                <a:path w="11805285" h="285115">
                  <a:moveTo>
                    <a:pt x="11804904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11804904" y="284988"/>
                  </a:lnTo>
                  <a:lnTo>
                    <a:pt x="11804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9174" y="514349"/>
              <a:ext cx="11582400" cy="5577840"/>
            </a:xfrm>
            <a:custGeom>
              <a:avLst/>
              <a:gdLst/>
              <a:ahLst/>
              <a:cxnLst/>
              <a:rect l="l" t="t" r="r" b="b"/>
              <a:pathLst>
                <a:path w="11582400" h="5577840">
                  <a:moveTo>
                    <a:pt x="11582400" y="0"/>
                  </a:moveTo>
                  <a:lnTo>
                    <a:pt x="0" y="0"/>
                  </a:lnTo>
                  <a:lnTo>
                    <a:pt x="0" y="5577840"/>
                  </a:lnTo>
                  <a:lnTo>
                    <a:pt x="11582400" y="5577840"/>
                  </a:lnTo>
                  <a:lnTo>
                    <a:pt x="11582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9174" y="514349"/>
              <a:ext cx="11582400" cy="5577840"/>
            </a:xfrm>
            <a:custGeom>
              <a:avLst/>
              <a:gdLst/>
              <a:ahLst/>
              <a:cxnLst/>
              <a:rect l="l" t="t" r="r" b="b"/>
              <a:pathLst>
                <a:path w="11582400" h="5577840">
                  <a:moveTo>
                    <a:pt x="0" y="5577840"/>
                  </a:moveTo>
                  <a:lnTo>
                    <a:pt x="11582400" y="5577840"/>
                  </a:lnTo>
                  <a:lnTo>
                    <a:pt x="11582400" y="0"/>
                  </a:lnTo>
                  <a:lnTo>
                    <a:pt x="0" y="0"/>
                  </a:lnTo>
                  <a:lnTo>
                    <a:pt x="0" y="5577840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650980" y="158496"/>
              <a:ext cx="245745" cy="222885"/>
            </a:xfrm>
            <a:custGeom>
              <a:avLst/>
              <a:gdLst/>
              <a:ahLst/>
              <a:cxnLst/>
              <a:rect l="l" t="t" r="r" b="b"/>
              <a:pathLst>
                <a:path w="245745" h="222885">
                  <a:moveTo>
                    <a:pt x="245364" y="0"/>
                  </a:moveTo>
                  <a:lnTo>
                    <a:pt x="0" y="0"/>
                  </a:lnTo>
                  <a:lnTo>
                    <a:pt x="0" y="222503"/>
                  </a:lnTo>
                  <a:lnTo>
                    <a:pt x="245364" y="222503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650980" y="158496"/>
              <a:ext cx="245745" cy="222885"/>
            </a:xfrm>
            <a:custGeom>
              <a:avLst/>
              <a:gdLst/>
              <a:ahLst/>
              <a:cxnLst/>
              <a:rect l="l" t="t" r="r" b="b"/>
              <a:pathLst>
                <a:path w="245745" h="222885">
                  <a:moveTo>
                    <a:pt x="0" y="222503"/>
                  </a:moveTo>
                  <a:lnTo>
                    <a:pt x="245364" y="222503"/>
                  </a:lnTo>
                  <a:lnTo>
                    <a:pt x="245364" y="0"/>
                  </a:lnTo>
                  <a:lnTo>
                    <a:pt x="0" y="0"/>
                  </a:lnTo>
                  <a:lnTo>
                    <a:pt x="0" y="2225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0342" y="1427226"/>
              <a:ext cx="5588635" cy="4460875"/>
            </a:xfrm>
            <a:custGeom>
              <a:avLst/>
              <a:gdLst/>
              <a:ahLst/>
              <a:cxnLst/>
              <a:rect l="l" t="t" r="r" b="b"/>
              <a:pathLst>
                <a:path w="5588635" h="4460875">
                  <a:moveTo>
                    <a:pt x="5588508" y="0"/>
                  </a:moveTo>
                  <a:lnTo>
                    <a:pt x="0" y="0"/>
                  </a:lnTo>
                  <a:lnTo>
                    <a:pt x="0" y="4460748"/>
                  </a:lnTo>
                  <a:lnTo>
                    <a:pt x="5588508" y="4460748"/>
                  </a:lnTo>
                  <a:lnTo>
                    <a:pt x="558850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0342" y="1427226"/>
              <a:ext cx="5588635" cy="4460875"/>
            </a:xfrm>
            <a:custGeom>
              <a:avLst/>
              <a:gdLst/>
              <a:ahLst/>
              <a:cxnLst/>
              <a:rect l="l" t="t" r="r" b="b"/>
              <a:pathLst>
                <a:path w="5588635" h="4460875">
                  <a:moveTo>
                    <a:pt x="0" y="4460748"/>
                  </a:moveTo>
                  <a:lnTo>
                    <a:pt x="5588508" y="4460748"/>
                  </a:lnTo>
                  <a:lnTo>
                    <a:pt x="5588508" y="0"/>
                  </a:lnTo>
                  <a:lnTo>
                    <a:pt x="0" y="0"/>
                  </a:lnTo>
                  <a:lnTo>
                    <a:pt x="0" y="446074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62877" y="1427226"/>
              <a:ext cx="5366385" cy="4460875"/>
            </a:xfrm>
            <a:custGeom>
              <a:avLst/>
              <a:gdLst/>
              <a:ahLst/>
              <a:cxnLst/>
              <a:rect l="l" t="t" r="r" b="b"/>
              <a:pathLst>
                <a:path w="5366384" h="4460875">
                  <a:moveTo>
                    <a:pt x="5366004" y="0"/>
                  </a:moveTo>
                  <a:lnTo>
                    <a:pt x="0" y="0"/>
                  </a:lnTo>
                  <a:lnTo>
                    <a:pt x="0" y="4460748"/>
                  </a:lnTo>
                  <a:lnTo>
                    <a:pt x="5366004" y="4460748"/>
                  </a:lnTo>
                  <a:lnTo>
                    <a:pt x="5366004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62877" y="1427226"/>
              <a:ext cx="5366385" cy="4460875"/>
            </a:xfrm>
            <a:custGeom>
              <a:avLst/>
              <a:gdLst/>
              <a:ahLst/>
              <a:cxnLst/>
              <a:rect l="l" t="t" r="r" b="b"/>
              <a:pathLst>
                <a:path w="5366384" h="4460875">
                  <a:moveTo>
                    <a:pt x="0" y="4460748"/>
                  </a:moveTo>
                  <a:lnTo>
                    <a:pt x="5366004" y="4460748"/>
                  </a:lnTo>
                  <a:lnTo>
                    <a:pt x="5366004" y="0"/>
                  </a:lnTo>
                  <a:lnTo>
                    <a:pt x="0" y="0"/>
                  </a:lnTo>
                  <a:lnTo>
                    <a:pt x="0" y="446074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8935" y="176276"/>
            <a:ext cx="142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Tower</a:t>
            </a:r>
            <a:r>
              <a:rPr sz="1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Defence.exe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29719" y="183260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580" y="716280"/>
            <a:ext cx="11178540" cy="50800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120650" rIns="0" bIns="0" rtlCol="0">
            <a:spAutoFit/>
          </a:bodyPr>
          <a:lstStyle/>
          <a:p>
            <a:pPr marL="448945" algn="ctr">
              <a:lnSpc>
                <a:spcPct val="100000"/>
              </a:lnSpc>
              <a:spcBef>
                <a:spcPts val="950"/>
              </a:spcBef>
            </a:pPr>
            <a:r>
              <a:rPr sz="1600" b="1" spc="50" dirty="0">
                <a:solidFill>
                  <a:srgbClr val="FFFFFF"/>
                </a:solidFill>
                <a:latin typeface="Calibri"/>
                <a:cs typeface="Calibri"/>
              </a:rPr>
              <a:t>UI</a:t>
            </a:r>
            <a:r>
              <a:rPr sz="1600" b="1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기반</a:t>
            </a:r>
            <a:r>
              <a:rPr sz="1600" b="1" spc="-18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설계로</a:t>
            </a:r>
            <a:r>
              <a:rPr sz="1600" b="1" spc="-1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인한</a:t>
            </a:r>
            <a:r>
              <a:rPr sz="1600" b="1" spc="-1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월드</a:t>
            </a:r>
            <a:r>
              <a:rPr sz="1600" b="1" spc="-18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Malgun Gothic"/>
                <a:cs typeface="Malgun Gothic"/>
              </a:rPr>
              <a:t>좌표계와의</a:t>
            </a:r>
            <a:r>
              <a:rPr sz="1600" b="1" spc="-1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변환이</a:t>
            </a:r>
            <a:r>
              <a:rPr sz="1600" b="1" spc="-18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까다로운</a:t>
            </a:r>
            <a:r>
              <a:rPr sz="1600" b="1" spc="-18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문제점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3776" y="1467611"/>
            <a:ext cx="5500370" cy="36449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7366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80"/>
              </a:spcBef>
            </a:pPr>
            <a:r>
              <a:rPr sz="1300" b="1" dirty="0">
                <a:solidFill>
                  <a:srgbClr val="FFD600"/>
                </a:solidFill>
                <a:latin typeface="Malgun Gothic"/>
                <a:cs typeface="Malgun Gothic"/>
              </a:rPr>
              <a:t>문제</a:t>
            </a:r>
            <a:r>
              <a:rPr sz="1300" b="1" spc="-114" dirty="0">
                <a:solidFill>
                  <a:srgbClr val="FFD600"/>
                </a:solidFill>
                <a:latin typeface="Malgun Gothic"/>
                <a:cs typeface="Malgun Gothic"/>
              </a:rPr>
              <a:t> </a:t>
            </a:r>
            <a:r>
              <a:rPr sz="1300" b="1" spc="-25" dirty="0">
                <a:solidFill>
                  <a:srgbClr val="FFD600"/>
                </a:solidFill>
                <a:latin typeface="Malgun Gothic"/>
                <a:cs typeface="Malgun Gothic"/>
              </a:rPr>
              <a:t>설명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341" y="1427225"/>
            <a:ext cx="5588635" cy="4152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11785" indent="-201930">
              <a:lnSpc>
                <a:spcPct val="100000"/>
              </a:lnSpc>
              <a:buFont typeface="Calibri"/>
              <a:buAutoNum type="arabicPeriod"/>
              <a:tabLst>
                <a:tab pos="311785" algn="l"/>
              </a:tabLst>
            </a:pPr>
            <a:r>
              <a:rPr sz="1600" b="1" spc="-25" dirty="0">
                <a:solidFill>
                  <a:srgbClr val="4471C4"/>
                </a:solidFill>
                <a:latin typeface="Malgun Gothic"/>
                <a:cs typeface="Malgun Gothic"/>
              </a:rPr>
              <a:t>개발</a:t>
            </a:r>
            <a:r>
              <a:rPr sz="1600" b="1" spc="-180" dirty="0">
                <a:solidFill>
                  <a:srgbClr val="4471C4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4471C4"/>
                </a:solidFill>
                <a:latin typeface="Malgun Gothic"/>
                <a:cs typeface="Malgun Gothic"/>
              </a:rPr>
              <a:t>모티브</a:t>
            </a:r>
            <a:endParaRPr sz="1600" dirty="0">
              <a:latin typeface="Malgun Gothic"/>
              <a:cs typeface="Malgun Gothic"/>
            </a:endParaRPr>
          </a:p>
          <a:p>
            <a:pPr marL="109855" marR="104521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Malgun Gothic"/>
                <a:cs typeface="Malgun Gothic"/>
              </a:rPr>
              <a:t>초기</a:t>
            </a:r>
            <a:r>
              <a:rPr sz="1400" b="1" spc="-19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개발</a:t>
            </a:r>
            <a:r>
              <a:rPr sz="1400" b="1" spc="-18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단계에서</a:t>
            </a:r>
            <a:r>
              <a:rPr sz="1400" b="1" dirty="0">
                <a:latin typeface="Calibri"/>
                <a:cs typeface="Calibri"/>
              </a:rPr>
              <a:t>,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우리</a:t>
            </a:r>
            <a:r>
              <a:rPr sz="1400" b="1" spc="-190" dirty="0">
                <a:latin typeface="Malgun Gothic"/>
                <a:cs typeface="Malgun Gothic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Windows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OS</a:t>
            </a:r>
            <a:r>
              <a:rPr sz="1400" b="1" spc="-10" dirty="0">
                <a:latin typeface="Malgun Gothic"/>
                <a:cs typeface="Malgun Gothic"/>
              </a:rPr>
              <a:t>에</a:t>
            </a:r>
            <a:r>
              <a:rPr sz="1400" b="1" spc="-18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존재하는</a:t>
            </a:r>
            <a:r>
              <a:rPr sz="1400" b="1" spc="-185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파일의 </a:t>
            </a:r>
            <a:r>
              <a:rPr sz="1400" b="1" spc="-10" dirty="0">
                <a:latin typeface="Malgun Gothic"/>
                <a:cs typeface="Malgun Gothic"/>
              </a:rPr>
              <a:t>드래그</a:t>
            </a:r>
            <a:r>
              <a:rPr sz="1400" b="1" spc="-10" dirty="0">
                <a:latin typeface="Calibri"/>
                <a:cs typeface="Calibri"/>
              </a:rPr>
              <a:t>&amp;</a:t>
            </a:r>
            <a:r>
              <a:rPr sz="1400" b="1" spc="-10" dirty="0">
                <a:latin typeface="Malgun Gothic"/>
                <a:cs typeface="Malgun Gothic"/>
              </a:rPr>
              <a:t>드랍의</a:t>
            </a:r>
            <a:r>
              <a:rPr sz="1400" b="1" spc="-19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배치</a:t>
            </a:r>
            <a:r>
              <a:rPr sz="1400" b="1" spc="-16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느낌을</a:t>
            </a:r>
            <a:r>
              <a:rPr sz="1400" b="1" spc="-18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모티브를</a:t>
            </a:r>
            <a:r>
              <a:rPr sz="1400" b="1" spc="-190" dirty="0">
                <a:latin typeface="Malgun Gothic"/>
                <a:cs typeface="Malgun Gothic"/>
              </a:rPr>
              <a:t> </a:t>
            </a:r>
            <a:r>
              <a:rPr sz="1400" b="1" spc="-20" dirty="0">
                <a:latin typeface="Malgun Gothic"/>
                <a:cs typeface="Malgun Gothic"/>
              </a:rPr>
              <a:t>삼았다</a:t>
            </a:r>
            <a:r>
              <a:rPr sz="1400" b="1" spc="-20" dirty="0"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Calibri"/>
              <a:cs typeface="Calibri"/>
            </a:endParaRPr>
          </a:p>
          <a:p>
            <a:pPr marL="311785" indent="-201930">
              <a:lnSpc>
                <a:spcPct val="100000"/>
              </a:lnSpc>
              <a:buFont typeface="Calibri"/>
              <a:buAutoNum type="arabicPeriod" startAt="2"/>
              <a:tabLst>
                <a:tab pos="311785" algn="l"/>
              </a:tabLst>
            </a:pPr>
            <a:r>
              <a:rPr sz="1600" b="1" spc="-25" dirty="0">
                <a:solidFill>
                  <a:srgbClr val="4471C4"/>
                </a:solidFill>
                <a:latin typeface="Malgun Gothic"/>
                <a:cs typeface="Malgun Gothic"/>
              </a:rPr>
              <a:t>초기</a:t>
            </a:r>
            <a:r>
              <a:rPr sz="1600" b="1" spc="-180" dirty="0">
                <a:solidFill>
                  <a:srgbClr val="4471C4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4471C4"/>
                </a:solidFill>
                <a:latin typeface="Malgun Gothic"/>
                <a:cs typeface="Malgun Gothic"/>
              </a:rPr>
              <a:t>개발</a:t>
            </a:r>
            <a:r>
              <a:rPr sz="1600" b="1" spc="-175" dirty="0">
                <a:solidFill>
                  <a:srgbClr val="4471C4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4471C4"/>
                </a:solidFill>
                <a:latin typeface="Malgun Gothic"/>
                <a:cs typeface="Malgun Gothic"/>
              </a:rPr>
              <a:t>설계</a:t>
            </a:r>
            <a:endParaRPr sz="1600" dirty="0">
              <a:latin typeface="Malgun Gothic"/>
              <a:cs typeface="Malgun Gothic"/>
            </a:endParaRPr>
          </a:p>
          <a:p>
            <a:pPr marL="109855" marR="114300">
              <a:lnSpc>
                <a:spcPct val="100000"/>
              </a:lnSpc>
              <a:spcBef>
                <a:spcPts val="10"/>
              </a:spcBef>
            </a:pPr>
            <a:r>
              <a:rPr sz="1400" b="1" dirty="0">
                <a:latin typeface="Malgun Gothic"/>
                <a:cs typeface="Malgun Gothic"/>
              </a:rPr>
              <a:t>실제</a:t>
            </a:r>
            <a:r>
              <a:rPr sz="1400" b="1" spc="-19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파일들이</a:t>
            </a:r>
            <a:r>
              <a:rPr sz="1400" b="1" spc="-190" dirty="0">
                <a:latin typeface="Malgun Gothic"/>
                <a:cs typeface="Malgun Gothic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UI</a:t>
            </a:r>
            <a:r>
              <a:rPr sz="1400" b="1" spc="-10" dirty="0">
                <a:latin typeface="Malgun Gothic"/>
                <a:cs typeface="Malgun Gothic"/>
              </a:rPr>
              <a:t>이기도</a:t>
            </a:r>
            <a:r>
              <a:rPr sz="1400" b="1" spc="-19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하니까</a:t>
            </a:r>
            <a:r>
              <a:rPr sz="1400" b="1" spc="140" dirty="0"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00AF50"/>
                </a:solidFill>
                <a:latin typeface="Malgun Gothic"/>
                <a:cs typeface="Malgun Gothic"/>
              </a:rPr>
              <a:t>파일</a:t>
            </a:r>
            <a:r>
              <a:rPr sz="1400" b="1" spc="-190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00AF50"/>
                </a:solidFill>
                <a:latin typeface="Malgun Gothic"/>
                <a:cs typeface="Malgun Gothic"/>
              </a:rPr>
              <a:t>유닛을</a:t>
            </a:r>
            <a:r>
              <a:rPr sz="1400" b="1" spc="-190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00AF50"/>
                </a:solidFill>
                <a:latin typeface="Calibri"/>
                <a:cs typeface="Calibri"/>
              </a:rPr>
              <a:t>“UI</a:t>
            </a:r>
            <a:r>
              <a:rPr sz="1400" b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AF50"/>
                </a:solidFill>
                <a:latin typeface="Calibri"/>
                <a:cs typeface="Calibri"/>
              </a:rPr>
              <a:t>Slot</a:t>
            </a:r>
            <a:r>
              <a:rPr sz="1400" b="1" dirty="0">
                <a:solidFill>
                  <a:srgbClr val="00AF50"/>
                </a:solidFill>
                <a:latin typeface="Malgun Gothic"/>
                <a:cs typeface="Malgun Gothic"/>
              </a:rPr>
              <a:t>에</a:t>
            </a:r>
            <a:r>
              <a:rPr sz="1400" b="1" spc="-180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00AF50"/>
                </a:solidFill>
                <a:latin typeface="Malgun Gothic"/>
                <a:cs typeface="Malgun Gothic"/>
              </a:rPr>
              <a:t>배치하면</a:t>
            </a:r>
            <a:r>
              <a:rPr sz="1400" b="1" spc="-200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00AF50"/>
                </a:solidFill>
                <a:latin typeface="Malgun Gothic"/>
                <a:cs typeface="Malgun Gothic"/>
              </a:rPr>
              <a:t>되지 </a:t>
            </a:r>
            <a:r>
              <a:rPr sz="1400" b="1" dirty="0">
                <a:solidFill>
                  <a:srgbClr val="00AF50"/>
                </a:solidFill>
                <a:latin typeface="Malgun Gothic"/>
                <a:cs typeface="Malgun Gothic"/>
              </a:rPr>
              <a:t>않을까</a:t>
            </a:r>
            <a:r>
              <a:rPr sz="1400" b="1" dirty="0">
                <a:solidFill>
                  <a:srgbClr val="00AF50"/>
                </a:solidFill>
                <a:latin typeface="Calibri"/>
                <a:cs typeface="Calibri"/>
              </a:rPr>
              <a:t>?”</a:t>
            </a:r>
            <a:r>
              <a:rPr sz="1400" b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라는</a:t>
            </a:r>
            <a:r>
              <a:rPr sz="1400" b="1" spc="-19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생각을</a:t>
            </a:r>
            <a:r>
              <a:rPr sz="1400" b="1" spc="-19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하고</a:t>
            </a:r>
            <a:r>
              <a:rPr sz="1400" b="1" spc="-195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만듦</a:t>
            </a:r>
            <a:endParaRPr sz="1400" dirty="0">
              <a:latin typeface="Malgun Gothic"/>
              <a:cs typeface="Malgun Gothic"/>
            </a:endParaRPr>
          </a:p>
          <a:p>
            <a:pPr marL="311785" indent="-201930">
              <a:lnSpc>
                <a:spcPct val="100000"/>
              </a:lnSpc>
              <a:spcBef>
                <a:spcPts val="2335"/>
              </a:spcBef>
              <a:buFont typeface="Calibri"/>
              <a:buAutoNum type="arabicPeriod" startAt="3"/>
              <a:tabLst>
                <a:tab pos="311785" algn="l"/>
              </a:tabLst>
            </a:pPr>
            <a:r>
              <a:rPr sz="1600" b="1" spc="-25" dirty="0">
                <a:solidFill>
                  <a:srgbClr val="4471C4"/>
                </a:solidFill>
                <a:latin typeface="Malgun Gothic"/>
                <a:cs typeface="Malgun Gothic"/>
              </a:rPr>
              <a:t>실질적인</a:t>
            </a:r>
            <a:r>
              <a:rPr sz="1600" b="1" spc="-145" dirty="0">
                <a:solidFill>
                  <a:srgbClr val="4471C4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4471C4"/>
                </a:solidFill>
                <a:latin typeface="Malgun Gothic"/>
                <a:cs typeface="Malgun Gothic"/>
              </a:rPr>
              <a:t>문제점</a:t>
            </a:r>
            <a:endParaRPr sz="1600" dirty="0">
              <a:latin typeface="Malgun Gothic"/>
              <a:cs typeface="Malgun Gothic"/>
            </a:endParaRPr>
          </a:p>
          <a:p>
            <a:pPr marL="109855">
              <a:lnSpc>
                <a:spcPct val="100000"/>
              </a:lnSpc>
              <a:spcBef>
                <a:spcPts val="10"/>
              </a:spcBef>
            </a:pPr>
            <a:r>
              <a:rPr sz="1400" b="1" spc="-10" dirty="0" err="1">
                <a:latin typeface="Malgun Gothic"/>
                <a:cs typeface="Malgun Gothic"/>
              </a:rPr>
              <a:t>바이러스가</a:t>
            </a:r>
            <a:r>
              <a:rPr sz="1400" b="1" spc="-145" dirty="0">
                <a:latin typeface="Malgun Gothic"/>
                <a:cs typeface="Malgun Gothic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UI(RectTransform)</a:t>
            </a:r>
            <a:r>
              <a:rPr sz="1400" b="1" spc="10" dirty="0">
                <a:latin typeface="Calibri"/>
                <a:cs typeface="Calibri"/>
              </a:rPr>
              <a:t> </a:t>
            </a:r>
            <a:r>
              <a:rPr sz="1400" b="1" spc="-10" dirty="0" err="1">
                <a:latin typeface="Malgun Gothic"/>
                <a:cs typeface="Malgun Gothic"/>
              </a:rPr>
              <a:t>객체의</a:t>
            </a:r>
            <a:r>
              <a:rPr sz="1400" b="1" spc="-125" dirty="0">
                <a:latin typeface="Malgun Gothic"/>
                <a:cs typeface="Malgun Gothic"/>
              </a:rPr>
              <a:t> </a:t>
            </a:r>
            <a:r>
              <a:rPr sz="1400" b="1" spc="-25" dirty="0" err="1">
                <a:latin typeface="Malgun Gothic"/>
                <a:cs typeface="Malgun Gothic"/>
              </a:rPr>
              <a:t>위치를</a:t>
            </a:r>
            <a:endParaRPr lang="en-US" sz="1400" spc="-25" dirty="0">
              <a:latin typeface="Malgun Gothic"/>
              <a:cs typeface="Malgun Gothic"/>
            </a:endParaRPr>
          </a:p>
          <a:p>
            <a:pPr marL="109855">
              <a:lnSpc>
                <a:spcPct val="100000"/>
              </a:lnSpc>
              <a:spcBef>
                <a:spcPts val="10"/>
              </a:spcBef>
            </a:pPr>
            <a:r>
              <a:rPr sz="1400" b="1" dirty="0" err="1">
                <a:latin typeface="Malgun Gothic"/>
                <a:cs typeface="Malgun Gothic"/>
              </a:rPr>
              <a:t>비교하거나</a:t>
            </a:r>
            <a:r>
              <a:rPr sz="1400" b="1" spc="-204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찾고자</a:t>
            </a:r>
            <a:r>
              <a:rPr sz="1400" b="1" spc="-19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할</a:t>
            </a:r>
            <a:r>
              <a:rPr sz="1400" b="1" spc="-185" dirty="0">
                <a:latin typeface="Malgun Gothic"/>
                <a:cs typeface="Malgun Gothic"/>
              </a:rPr>
              <a:t> </a:t>
            </a:r>
            <a:r>
              <a:rPr sz="1400" b="1" spc="-50" dirty="0">
                <a:latin typeface="Malgun Gothic"/>
                <a:cs typeface="Malgun Gothic"/>
              </a:rPr>
              <a:t>때</a:t>
            </a:r>
            <a:endParaRPr sz="1400" dirty="0">
              <a:latin typeface="Malgun Gothic"/>
              <a:cs typeface="Malgun Gothic"/>
            </a:endParaRPr>
          </a:p>
          <a:p>
            <a:pPr marL="109855">
              <a:lnSpc>
                <a:spcPct val="100000"/>
              </a:lnSpc>
            </a:pPr>
            <a:r>
              <a:rPr sz="1400" b="1" dirty="0">
                <a:solidFill>
                  <a:srgbClr val="FF0000"/>
                </a:solidFill>
                <a:latin typeface="Malgun Gothic"/>
                <a:cs typeface="Malgun Gothic"/>
              </a:rPr>
              <a:t>빈번한</a:t>
            </a:r>
            <a:r>
              <a:rPr sz="1400" b="1" spc="-1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0000"/>
                </a:solidFill>
                <a:latin typeface="Malgun Gothic"/>
                <a:cs typeface="Malgun Gothic"/>
              </a:rPr>
              <a:t>좌표계</a:t>
            </a:r>
            <a:r>
              <a:rPr sz="1400" b="1" spc="-1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0000"/>
                </a:solidFill>
                <a:latin typeface="Malgun Gothic"/>
                <a:cs typeface="Malgun Gothic"/>
              </a:rPr>
              <a:t>변환으로</a:t>
            </a:r>
            <a:r>
              <a:rPr sz="1400" b="1" spc="-2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0000"/>
                </a:solidFill>
                <a:latin typeface="Malgun Gothic"/>
                <a:cs typeface="Malgun Gothic"/>
              </a:rPr>
              <a:t>로직의</a:t>
            </a:r>
            <a:r>
              <a:rPr sz="1400" b="1" spc="-1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0000"/>
                </a:solidFill>
                <a:latin typeface="Malgun Gothic"/>
                <a:cs typeface="Malgun Gothic"/>
              </a:rPr>
              <a:t>복잡도가</a:t>
            </a:r>
            <a:r>
              <a:rPr sz="1400" b="1" spc="-1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b="1" spc="-20" dirty="0">
                <a:solidFill>
                  <a:srgbClr val="FF0000"/>
                </a:solidFill>
                <a:latin typeface="Malgun Gothic"/>
                <a:cs typeface="Malgun Gothic"/>
              </a:rPr>
              <a:t>올라갔음</a:t>
            </a:r>
            <a:endParaRPr sz="1400" dirty="0">
              <a:latin typeface="Malgun Gothic"/>
              <a:cs typeface="Malgun Gothic"/>
            </a:endParaRPr>
          </a:p>
          <a:p>
            <a:pPr marL="109855" marR="1410970">
              <a:lnSpc>
                <a:spcPct val="100000"/>
              </a:lnSpc>
              <a:spcBef>
                <a:spcPts val="1680"/>
              </a:spcBef>
            </a:pPr>
            <a:r>
              <a:rPr sz="1400" b="1" dirty="0">
                <a:latin typeface="Malgun Gothic"/>
                <a:cs typeface="Malgun Gothic"/>
              </a:rPr>
              <a:t>다른</a:t>
            </a:r>
            <a:r>
              <a:rPr sz="1400" b="1" spc="-19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Calibri"/>
                <a:cs typeface="Calibri"/>
              </a:rPr>
              <a:t>Canvas</a:t>
            </a:r>
            <a:r>
              <a:rPr sz="1400" b="1" dirty="0">
                <a:latin typeface="Malgun Gothic"/>
                <a:cs typeface="Malgun Gothic"/>
              </a:rPr>
              <a:t>나</a:t>
            </a:r>
            <a:r>
              <a:rPr sz="1400" b="1" dirty="0">
                <a:latin typeface="Calibri"/>
                <a:cs typeface="Calibri"/>
              </a:rPr>
              <a:t>,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부모</a:t>
            </a:r>
            <a:r>
              <a:rPr sz="1400" b="1" spc="-185" dirty="0">
                <a:latin typeface="Malgun Gothic"/>
                <a:cs typeface="Malgun Gothic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RectTransform</a:t>
            </a:r>
            <a:r>
              <a:rPr sz="1400" b="1" spc="-20" dirty="0">
                <a:latin typeface="Malgun Gothic"/>
                <a:cs typeface="Malgun Gothic"/>
              </a:rPr>
              <a:t>로</a:t>
            </a:r>
            <a:r>
              <a:rPr sz="1400" b="1" spc="-22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이동했을</a:t>
            </a:r>
            <a:r>
              <a:rPr sz="1400" b="1" spc="-185" dirty="0">
                <a:latin typeface="Malgun Gothic"/>
                <a:cs typeface="Malgun Gothic"/>
              </a:rPr>
              <a:t> </a:t>
            </a:r>
            <a:r>
              <a:rPr sz="1400" b="1" spc="-50" dirty="0">
                <a:latin typeface="Malgun Gothic"/>
                <a:cs typeface="Malgun Gothic"/>
              </a:rPr>
              <a:t>때 </a:t>
            </a:r>
            <a:r>
              <a:rPr sz="1400" b="1" dirty="0">
                <a:latin typeface="Malgun Gothic"/>
                <a:cs typeface="Malgun Gothic"/>
              </a:rPr>
              <a:t>그리고</a:t>
            </a:r>
            <a:r>
              <a:rPr sz="1400" b="1" spc="-19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Calibri"/>
                <a:cs typeface="Calibri"/>
              </a:rPr>
              <a:t>Canvas</a:t>
            </a:r>
            <a:r>
              <a:rPr sz="1400" b="1" spc="-80" dirty="0">
                <a:latin typeface="Calibri"/>
                <a:cs typeface="Calibri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안에</a:t>
            </a:r>
            <a:r>
              <a:rPr sz="1400" b="1" spc="-18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수</a:t>
            </a:r>
            <a:r>
              <a:rPr sz="1400" b="1" spc="-19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많은</a:t>
            </a:r>
            <a:r>
              <a:rPr sz="1400" b="1" spc="-18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Calibri"/>
                <a:cs typeface="Calibri"/>
              </a:rPr>
              <a:t>UI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자식들이</a:t>
            </a:r>
            <a:r>
              <a:rPr sz="1400" b="1" spc="-19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존재했을</a:t>
            </a:r>
            <a:r>
              <a:rPr sz="1400" b="1" spc="-190" dirty="0">
                <a:latin typeface="Malgun Gothic"/>
                <a:cs typeface="Malgun Gothic"/>
              </a:rPr>
              <a:t> </a:t>
            </a:r>
            <a:r>
              <a:rPr sz="1400" b="1" spc="-50" dirty="0">
                <a:latin typeface="Malgun Gothic"/>
                <a:cs typeface="Malgun Gothic"/>
              </a:rPr>
              <a:t>때 </a:t>
            </a:r>
            <a:r>
              <a:rPr lang="en-US" sz="1400" b="1" spc="-50" dirty="0"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UI 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ReBuilding</a:t>
            </a:r>
            <a:r>
              <a:rPr sz="1400" b="1" spc="-10" dirty="0">
                <a:solidFill>
                  <a:srgbClr val="FF0000"/>
                </a:solidFill>
                <a:latin typeface="Malgun Gothic"/>
                <a:cs typeface="Malgun Gothic"/>
              </a:rPr>
              <a:t>으로</a:t>
            </a:r>
            <a:r>
              <a:rPr sz="1400" b="1" spc="-1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0000"/>
                </a:solidFill>
                <a:latin typeface="Malgun Gothic"/>
                <a:cs typeface="Malgun Gothic"/>
              </a:rPr>
              <a:t>인한</a:t>
            </a:r>
            <a:r>
              <a:rPr sz="1400" b="1" spc="-18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0000"/>
                </a:solidFill>
                <a:latin typeface="Malgun Gothic"/>
                <a:cs typeface="Malgun Gothic"/>
              </a:rPr>
              <a:t>성능적인</a:t>
            </a:r>
            <a:r>
              <a:rPr sz="1400" b="1" spc="-18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0000"/>
                </a:solidFill>
                <a:latin typeface="Malgun Gothic"/>
                <a:cs typeface="Malgun Gothic"/>
              </a:rPr>
              <a:t>부하도</a:t>
            </a:r>
            <a:r>
              <a:rPr sz="1400" b="1" spc="-18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0000"/>
                </a:solidFill>
                <a:latin typeface="Malgun Gothic"/>
                <a:cs typeface="Malgun Gothic"/>
              </a:rPr>
              <a:t>존재함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07835" y="1467611"/>
            <a:ext cx="5276215" cy="36449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7366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580"/>
              </a:spcBef>
            </a:pPr>
            <a:r>
              <a:rPr sz="1300" b="1" dirty="0">
                <a:solidFill>
                  <a:srgbClr val="FFD600"/>
                </a:solidFill>
                <a:latin typeface="Malgun Gothic"/>
                <a:cs typeface="Malgun Gothic"/>
              </a:rPr>
              <a:t>예시</a:t>
            </a:r>
            <a:r>
              <a:rPr sz="1300" b="1" spc="-114" dirty="0">
                <a:solidFill>
                  <a:srgbClr val="FFD600"/>
                </a:solidFill>
                <a:latin typeface="Malgun Gothic"/>
                <a:cs typeface="Malgun Gothic"/>
              </a:rPr>
              <a:t> </a:t>
            </a:r>
            <a:r>
              <a:rPr sz="1300" b="1" spc="-25" dirty="0">
                <a:solidFill>
                  <a:srgbClr val="FFD600"/>
                </a:solidFill>
                <a:latin typeface="Malgun Gothic"/>
                <a:cs typeface="Malgun Gothic"/>
              </a:rPr>
              <a:t>자료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44411" y="1946148"/>
            <a:ext cx="5195570" cy="466725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985"/>
              </a:spcBef>
            </a:pPr>
            <a:r>
              <a:rPr sz="1200" b="1" spc="415" dirty="0">
                <a:latin typeface="Segoe UI Emoji"/>
                <a:cs typeface="Segoe UI Emoji"/>
              </a:rPr>
              <a:t>💡</a:t>
            </a:r>
            <a:r>
              <a:rPr sz="1200" b="1" spc="-30" dirty="0">
                <a:latin typeface="Segoe UI Emoji"/>
                <a:cs typeface="Segoe UI Emoji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좌표계가</a:t>
            </a:r>
            <a:r>
              <a:rPr sz="1200" b="1" spc="-7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다르므로</a:t>
            </a:r>
            <a:r>
              <a:rPr sz="1200" b="1" spc="-9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변환은</a:t>
            </a:r>
            <a:r>
              <a:rPr sz="1200" b="1" spc="-90" dirty="0">
                <a:latin typeface="Malgun Gothic"/>
                <a:cs typeface="Malgun Gothic"/>
              </a:rPr>
              <a:t> </a:t>
            </a:r>
            <a:r>
              <a:rPr sz="1200" b="1" spc="-20" dirty="0">
                <a:latin typeface="Malgun Gothic"/>
                <a:cs typeface="Malgun Gothic"/>
              </a:rPr>
              <a:t>필수적임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6476999"/>
            <a:ext cx="12192000" cy="381000"/>
            <a:chOff x="0" y="6476999"/>
            <a:chExt cx="12192000" cy="381000"/>
          </a:xfrm>
        </p:grpSpPr>
        <p:sp>
          <p:nvSpPr>
            <p:cNvPr id="22" name="object 22"/>
            <p:cNvSpPr/>
            <p:nvPr/>
          </p:nvSpPr>
          <p:spPr>
            <a:xfrm>
              <a:off x="0" y="6476999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121920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12192000" y="3809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6476999"/>
              <a:ext cx="12192000" cy="18415"/>
            </a:xfrm>
            <a:custGeom>
              <a:avLst/>
              <a:gdLst/>
              <a:ahLst/>
              <a:cxnLst/>
              <a:rect l="l" t="t" r="r" b="b"/>
              <a:pathLst>
                <a:path w="12192000" h="18414">
                  <a:moveTo>
                    <a:pt x="121920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2192000" y="182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861" y="6515860"/>
              <a:ext cx="858519" cy="304800"/>
            </a:xfrm>
            <a:custGeom>
              <a:avLst/>
              <a:gdLst/>
              <a:ahLst/>
              <a:cxnLst/>
              <a:rect l="l" t="t" r="r" b="b"/>
              <a:pathLst>
                <a:path w="858519" h="304800">
                  <a:moveTo>
                    <a:pt x="0" y="304800"/>
                  </a:moveTo>
                  <a:lnTo>
                    <a:pt x="858012" y="304800"/>
                  </a:lnTo>
                  <a:lnTo>
                    <a:pt x="858012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714500" y="3048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53261" y="6515860"/>
              <a:ext cx="11143615" cy="304800"/>
            </a:xfrm>
            <a:custGeom>
              <a:avLst/>
              <a:gdLst/>
              <a:ahLst/>
              <a:cxnLst/>
              <a:rect l="l" t="t" r="r" b="b"/>
              <a:pathLst>
                <a:path w="11143615" h="304800">
                  <a:moveTo>
                    <a:pt x="0" y="304800"/>
                  </a:moveTo>
                  <a:lnTo>
                    <a:pt x="1714500" y="304800"/>
                  </a:lnTo>
                  <a:lnTo>
                    <a:pt x="17145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  <a:path w="11143615" h="304800">
                  <a:moveTo>
                    <a:pt x="9525000" y="286512"/>
                  </a:moveTo>
                  <a:lnTo>
                    <a:pt x="11143488" y="286512"/>
                  </a:lnTo>
                  <a:lnTo>
                    <a:pt x="11143488" y="19812"/>
                  </a:lnTo>
                  <a:lnTo>
                    <a:pt x="9525000" y="19812"/>
                  </a:lnTo>
                  <a:lnTo>
                    <a:pt x="9525000" y="286512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 descr="gen-dedup-b7042822c590cf1066a472ff1b5b8f45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021" y="6605153"/>
              <a:ext cx="119555" cy="120071"/>
            </a:xfrm>
            <a:prstGeom prst="rect">
              <a:avLst/>
            </a:prstGeom>
          </p:spPr>
        </p:pic>
        <p:pic>
          <p:nvPicPr>
            <p:cNvPr id="28" name="object 28" descr="gen-dedup-ba9d3020b28ee88c3f41e8c221d65fea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1466" y="6609771"/>
              <a:ext cx="86868" cy="115453"/>
            </a:xfrm>
            <a:prstGeom prst="rect">
              <a:avLst/>
            </a:prstGeom>
          </p:spPr>
        </p:pic>
        <p:pic>
          <p:nvPicPr>
            <p:cNvPr id="29" name="object 29" descr="gen-dedup-7740a029182e5c65b65e33d2aaed94e2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87366" y="6625296"/>
              <a:ext cx="124690" cy="89095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6336919" y="2521839"/>
            <a:ext cx="5215255" cy="3287395"/>
            <a:chOff x="6336919" y="2521839"/>
            <a:chExt cx="5215255" cy="3287395"/>
          </a:xfrm>
        </p:grpSpPr>
        <p:sp>
          <p:nvSpPr>
            <p:cNvPr id="31" name="object 31"/>
            <p:cNvSpPr/>
            <p:nvPr/>
          </p:nvSpPr>
          <p:spPr>
            <a:xfrm>
              <a:off x="6349619" y="2534538"/>
              <a:ext cx="5190490" cy="3261995"/>
            </a:xfrm>
            <a:custGeom>
              <a:avLst/>
              <a:gdLst/>
              <a:ahLst/>
              <a:cxnLst/>
              <a:rect l="l" t="t" r="r" b="b"/>
              <a:pathLst>
                <a:path w="5190490" h="3261995">
                  <a:moveTo>
                    <a:pt x="5189982" y="0"/>
                  </a:moveTo>
                  <a:lnTo>
                    <a:pt x="5189982" y="0"/>
                  </a:lnTo>
                  <a:lnTo>
                    <a:pt x="0" y="0"/>
                  </a:lnTo>
                  <a:lnTo>
                    <a:pt x="0" y="652399"/>
                  </a:lnTo>
                  <a:lnTo>
                    <a:pt x="0" y="3261969"/>
                  </a:lnTo>
                  <a:lnTo>
                    <a:pt x="864997" y="3261969"/>
                  </a:lnTo>
                  <a:lnTo>
                    <a:pt x="5189982" y="3261969"/>
                  </a:lnTo>
                  <a:lnTo>
                    <a:pt x="5189982" y="2609596"/>
                  </a:lnTo>
                  <a:lnTo>
                    <a:pt x="5189982" y="1957197"/>
                  </a:lnTo>
                  <a:lnTo>
                    <a:pt x="5189982" y="1304798"/>
                  </a:lnTo>
                  <a:lnTo>
                    <a:pt x="5189982" y="652399"/>
                  </a:lnTo>
                  <a:lnTo>
                    <a:pt x="5189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43269" y="2528189"/>
              <a:ext cx="5202555" cy="3274695"/>
            </a:xfrm>
            <a:custGeom>
              <a:avLst/>
              <a:gdLst/>
              <a:ahLst/>
              <a:cxnLst/>
              <a:rect l="l" t="t" r="r" b="b"/>
              <a:pathLst>
                <a:path w="5202555" h="3274695">
                  <a:moveTo>
                    <a:pt x="871347" y="0"/>
                  </a:moveTo>
                  <a:lnTo>
                    <a:pt x="871347" y="3274669"/>
                  </a:lnTo>
                </a:path>
                <a:path w="5202555" h="3274695">
                  <a:moveTo>
                    <a:pt x="1736344" y="0"/>
                  </a:moveTo>
                  <a:lnTo>
                    <a:pt x="1736344" y="3274669"/>
                  </a:lnTo>
                </a:path>
                <a:path w="5202555" h="3274695">
                  <a:moveTo>
                    <a:pt x="2601340" y="0"/>
                  </a:moveTo>
                  <a:lnTo>
                    <a:pt x="2601340" y="3274669"/>
                  </a:lnTo>
                </a:path>
                <a:path w="5202555" h="3274695">
                  <a:moveTo>
                    <a:pt x="3466337" y="0"/>
                  </a:moveTo>
                  <a:lnTo>
                    <a:pt x="3466337" y="3274669"/>
                  </a:lnTo>
                </a:path>
                <a:path w="5202555" h="3274695">
                  <a:moveTo>
                    <a:pt x="4331334" y="0"/>
                  </a:moveTo>
                  <a:lnTo>
                    <a:pt x="4331334" y="3274669"/>
                  </a:lnTo>
                </a:path>
                <a:path w="5202555" h="3274695">
                  <a:moveTo>
                    <a:pt x="0" y="658749"/>
                  </a:moveTo>
                  <a:lnTo>
                    <a:pt x="5202555" y="658749"/>
                  </a:lnTo>
                </a:path>
                <a:path w="5202555" h="3274695">
                  <a:moveTo>
                    <a:pt x="0" y="1311148"/>
                  </a:moveTo>
                  <a:lnTo>
                    <a:pt x="5202555" y="1311148"/>
                  </a:lnTo>
                </a:path>
                <a:path w="5202555" h="3274695">
                  <a:moveTo>
                    <a:pt x="0" y="1963547"/>
                  </a:moveTo>
                  <a:lnTo>
                    <a:pt x="5202555" y="1963547"/>
                  </a:lnTo>
                </a:path>
                <a:path w="5202555" h="3274695">
                  <a:moveTo>
                    <a:pt x="0" y="2615946"/>
                  </a:moveTo>
                  <a:lnTo>
                    <a:pt x="5202555" y="2615946"/>
                  </a:lnTo>
                </a:path>
                <a:path w="5202555" h="3274695">
                  <a:moveTo>
                    <a:pt x="6350" y="0"/>
                  </a:moveTo>
                  <a:lnTo>
                    <a:pt x="6350" y="3274669"/>
                  </a:lnTo>
                </a:path>
                <a:path w="5202555" h="3274695">
                  <a:moveTo>
                    <a:pt x="5196205" y="0"/>
                  </a:moveTo>
                  <a:lnTo>
                    <a:pt x="5196205" y="3274669"/>
                  </a:lnTo>
                </a:path>
                <a:path w="5202555" h="3274695">
                  <a:moveTo>
                    <a:pt x="0" y="6350"/>
                  </a:moveTo>
                  <a:lnTo>
                    <a:pt x="5202555" y="6350"/>
                  </a:lnTo>
                </a:path>
                <a:path w="5202555" h="3274695">
                  <a:moveTo>
                    <a:pt x="0" y="3268319"/>
                  </a:moveTo>
                  <a:lnTo>
                    <a:pt x="5202555" y="326831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29222" y="2836164"/>
              <a:ext cx="4053204" cy="2025650"/>
            </a:xfrm>
            <a:custGeom>
              <a:avLst/>
              <a:gdLst/>
              <a:ahLst/>
              <a:cxnLst/>
              <a:rect l="l" t="t" r="r" b="b"/>
              <a:pathLst>
                <a:path w="4053204" h="2025650">
                  <a:moveTo>
                    <a:pt x="1143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4053204" h="2025650">
                  <a:moveTo>
                    <a:pt x="266700" y="0"/>
                  </a:moveTo>
                  <a:lnTo>
                    <a:pt x="152400" y="0"/>
                  </a:lnTo>
                  <a:lnTo>
                    <a:pt x="152400" y="38100"/>
                  </a:lnTo>
                  <a:lnTo>
                    <a:pt x="266700" y="38100"/>
                  </a:lnTo>
                  <a:lnTo>
                    <a:pt x="266700" y="0"/>
                  </a:lnTo>
                  <a:close/>
                </a:path>
                <a:path w="4053204" h="2025650">
                  <a:moveTo>
                    <a:pt x="41910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419100" y="38100"/>
                  </a:lnTo>
                  <a:lnTo>
                    <a:pt x="419100" y="0"/>
                  </a:lnTo>
                  <a:close/>
                </a:path>
                <a:path w="4053204" h="2025650">
                  <a:moveTo>
                    <a:pt x="57150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571500" y="38100"/>
                  </a:lnTo>
                  <a:lnTo>
                    <a:pt x="571500" y="0"/>
                  </a:lnTo>
                  <a:close/>
                </a:path>
                <a:path w="4053204" h="2025650">
                  <a:moveTo>
                    <a:pt x="723900" y="0"/>
                  </a:moveTo>
                  <a:lnTo>
                    <a:pt x="609600" y="0"/>
                  </a:lnTo>
                  <a:lnTo>
                    <a:pt x="609600" y="38100"/>
                  </a:lnTo>
                  <a:lnTo>
                    <a:pt x="723900" y="38100"/>
                  </a:lnTo>
                  <a:lnTo>
                    <a:pt x="723900" y="0"/>
                  </a:lnTo>
                  <a:close/>
                </a:path>
                <a:path w="4053204" h="2025650">
                  <a:moveTo>
                    <a:pt x="87630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876300" y="38100"/>
                  </a:lnTo>
                  <a:lnTo>
                    <a:pt x="876300" y="0"/>
                  </a:lnTo>
                  <a:close/>
                </a:path>
                <a:path w="4053204" h="2025650">
                  <a:moveTo>
                    <a:pt x="102870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1028700" y="38100"/>
                  </a:lnTo>
                  <a:lnTo>
                    <a:pt x="1028700" y="0"/>
                  </a:lnTo>
                  <a:close/>
                </a:path>
                <a:path w="4053204" h="2025650">
                  <a:moveTo>
                    <a:pt x="1181100" y="0"/>
                  </a:moveTo>
                  <a:lnTo>
                    <a:pt x="1066800" y="0"/>
                  </a:lnTo>
                  <a:lnTo>
                    <a:pt x="1066800" y="38100"/>
                  </a:lnTo>
                  <a:lnTo>
                    <a:pt x="1181100" y="38100"/>
                  </a:lnTo>
                  <a:lnTo>
                    <a:pt x="1181100" y="0"/>
                  </a:lnTo>
                  <a:close/>
                </a:path>
                <a:path w="4053204" h="2025650">
                  <a:moveTo>
                    <a:pt x="1333500" y="0"/>
                  </a:moveTo>
                  <a:lnTo>
                    <a:pt x="1219200" y="0"/>
                  </a:lnTo>
                  <a:lnTo>
                    <a:pt x="1219200" y="38100"/>
                  </a:lnTo>
                  <a:lnTo>
                    <a:pt x="1333500" y="38100"/>
                  </a:lnTo>
                  <a:lnTo>
                    <a:pt x="1333500" y="0"/>
                  </a:lnTo>
                  <a:close/>
                </a:path>
                <a:path w="4053204" h="2025650">
                  <a:moveTo>
                    <a:pt x="1485900" y="0"/>
                  </a:moveTo>
                  <a:lnTo>
                    <a:pt x="1371600" y="0"/>
                  </a:lnTo>
                  <a:lnTo>
                    <a:pt x="1371600" y="38100"/>
                  </a:lnTo>
                  <a:lnTo>
                    <a:pt x="1485900" y="38100"/>
                  </a:lnTo>
                  <a:lnTo>
                    <a:pt x="1485900" y="0"/>
                  </a:lnTo>
                  <a:close/>
                </a:path>
                <a:path w="4053204" h="2025650">
                  <a:moveTo>
                    <a:pt x="1638300" y="0"/>
                  </a:moveTo>
                  <a:lnTo>
                    <a:pt x="1524000" y="0"/>
                  </a:lnTo>
                  <a:lnTo>
                    <a:pt x="1524000" y="38100"/>
                  </a:lnTo>
                  <a:lnTo>
                    <a:pt x="1638300" y="38100"/>
                  </a:lnTo>
                  <a:lnTo>
                    <a:pt x="1638300" y="0"/>
                  </a:lnTo>
                  <a:close/>
                </a:path>
                <a:path w="4053204" h="2025650">
                  <a:moveTo>
                    <a:pt x="1790700" y="0"/>
                  </a:moveTo>
                  <a:lnTo>
                    <a:pt x="1676400" y="0"/>
                  </a:lnTo>
                  <a:lnTo>
                    <a:pt x="1676400" y="38100"/>
                  </a:lnTo>
                  <a:lnTo>
                    <a:pt x="1790700" y="38100"/>
                  </a:lnTo>
                  <a:lnTo>
                    <a:pt x="1790700" y="0"/>
                  </a:lnTo>
                  <a:close/>
                </a:path>
                <a:path w="4053204" h="2025650">
                  <a:moveTo>
                    <a:pt x="1811781" y="55118"/>
                  </a:moveTo>
                  <a:lnTo>
                    <a:pt x="1773681" y="55118"/>
                  </a:lnTo>
                  <a:lnTo>
                    <a:pt x="1773681" y="169418"/>
                  </a:lnTo>
                  <a:lnTo>
                    <a:pt x="1811781" y="169418"/>
                  </a:lnTo>
                  <a:lnTo>
                    <a:pt x="1811781" y="55118"/>
                  </a:lnTo>
                  <a:close/>
                </a:path>
                <a:path w="4053204" h="2025650">
                  <a:moveTo>
                    <a:pt x="1811781" y="207518"/>
                  </a:moveTo>
                  <a:lnTo>
                    <a:pt x="1773681" y="207518"/>
                  </a:lnTo>
                  <a:lnTo>
                    <a:pt x="1773681" y="321818"/>
                  </a:lnTo>
                  <a:lnTo>
                    <a:pt x="1811781" y="321818"/>
                  </a:lnTo>
                  <a:lnTo>
                    <a:pt x="1811781" y="207518"/>
                  </a:lnTo>
                  <a:close/>
                </a:path>
                <a:path w="4053204" h="2025650">
                  <a:moveTo>
                    <a:pt x="1811781" y="359918"/>
                  </a:moveTo>
                  <a:lnTo>
                    <a:pt x="1773681" y="359918"/>
                  </a:lnTo>
                  <a:lnTo>
                    <a:pt x="1773681" y="474218"/>
                  </a:lnTo>
                  <a:lnTo>
                    <a:pt x="1811781" y="474218"/>
                  </a:lnTo>
                  <a:lnTo>
                    <a:pt x="1811781" y="359918"/>
                  </a:lnTo>
                  <a:close/>
                </a:path>
                <a:path w="4053204" h="2025650">
                  <a:moveTo>
                    <a:pt x="1811781" y="512318"/>
                  </a:moveTo>
                  <a:lnTo>
                    <a:pt x="1773681" y="512318"/>
                  </a:lnTo>
                  <a:lnTo>
                    <a:pt x="1773681" y="626618"/>
                  </a:lnTo>
                  <a:lnTo>
                    <a:pt x="1811781" y="626618"/>
                  </a:lnTo>
                  <a:lnTo>
                    <a:pt x="1811781" y="512318"/>
                  </a:lnTo>
                  <a:close/>
                </a:path>
                <a:path w="4053204" h="2025650">
                  <a:moveTo>
                    <a:pt x="1811781" y="664718"/>
                  </a:moveTo>
                  <a:lnTo>
                    <a:pt x="1773681" y="664718"/>
                  </a:lnTo>
                  <a:lnTo>
                    <a:pt x="1773681" y="779018"/>
                  </a:lnTo>
                  <a:lnTo>
                    <a:pt x="1811781" y="779018"/>
                  </a:lnTo>
                  <a:lnTo>
                    <a:pt x="1811781" y="664718"/>
                  </a:lnTo>
                  <a:close/>
                </a:path>
                <a:path w="4053204" h="2025650">
                  <a:moveTo>
                    <a:pt x="1811781" y="817118"/>
                  </a:moveTo>
                  <a:lnTo>
                    <a:pt x="1773681" y="817118"/>
                  </a:lnTo>
                  <a:lnTo>
                    <a:pt x="1773681" y="931418"/>
                  </a:lnTo>
                  <a:lnTo>
                    <a:pt x="1811781" y="931418"/>
                  </a:lnTo>
                  <a:lnTo>
                    <a:pt x="1811781" y="817118"/>
                  </a:lnTo>
                  <a:close/>
                </a:path>
                <a:path w="4053204" h="2025650">
                  <a:moveTo>
                    <a:pt x="1811781" y="969518"/>
                  </a:moveTo>
                  <a:lnTo>
                    <a:pt x="1773681" y="969518"/>
                  </a:lnTo>
                  <a:lnTo>
                    <a:pt x="1773681" y="1083818"/>
                  </a:lnTo>
                  <a:lnTo>
                    <a:pt x="1811781" y="1083818"/>
                  </a:lnTo>
                  <a:lnTo>
                    <a:pt x="1811781" y="969518"/>
                  </a:lnTo>
                  <a:close/>
                </a:path>
                <a:path w="4053204" h="2025650">
                  <a:moveTo>
                    <a:pt x="1811781" y="1121918"/>
                  </a:moveTo>
                  <a:lnTo>
                    <a:pt x="1773681" y="1121918"/>
                  </a:lnTo>
                  <a:lnTo>
                    <a:pt x="1773681" y="1236218"/>
                  </a:lnTo>
                  <a:lnTo>
                    <a:pt x="1811781" y="1236218"/>
                  </a:lnTo>
                  <a:lnTo>
                    <a:pt x="1811781" y="1121918"/>
                  </a:lnTo>
                  <a:close/>
                </a:path>
                <a:path w="4053204" h="2025650">
                  <a:moveTo>
                    <a:pt x="1811781" y="1274318"/>
                  </a:moveTo>
                  <a:lnTo>
                    <a:pt x="1773681" y="1274318"/>
                  </a:lnTo>
                  <a:lnTo>
                    <a:pt x="1773681" y="1388618"/>
                  </a:lnTo>
                  <a:lnTo>
                    <a:pt x="1811781" y="1388618"/>
                  </a:lnTo>
                  <a:lnTo>
                    <a:pt x="1811781" y="1274318"/>
                  </a:lnTo>
                  <a:close/>
                </a:path>
                <a:path w="4053204" h="2025650">
                  <a:moveTo>
                    <a:pt x="1811781" y="1426718"/>
                  </a:moveTo>
                  <a:lnTo>
                    <a:pt x="1773681" y="1426718"/>
                  </a:lnTo>
                  <a:lnTo>
                    <a:pt x="1773681" y="1541018"/>
                  </a:lnTo>
                  <a:lnTo>
                    <a:pt x="1811781" y="1541018"/>
                  </a:lnTo>
                  <a:lnTo>
                    <a:pt x="1811781" y="1426718"/>
                  </a:lnTo>
                  <a:close/>
                </a:path>
                <a:path w="4053204" h="2025650">
                  <a:moveTo>
                    <a:pt x="1811781" y="1579118"/>
                  </a:moveTo>
                  <a:lnTo>
                    <a:pt x="1773681" y="1579118"/>
                  </a:lnTo>
                  <a:lnTo>
                    <a:pt x="1773681" y="1693418"/>
                  </a:lnTo>
                  <a:lnTo>
                    <a:pt x="1811781" y="1693418"/>
                  </a:lnTo>
                  <a:lnTo>
                    <a:pt x="1811781" y="1579118"/>
                  </a:lnTo>
                  <a:close/>
                </a:path>
                <a:path w="4053204" h="2025650">
                  <a:moveTo>
                    <a:pt x="1811781" y="1731518"/>
                  </a:moveTo>
                  <a:lnTo>
                    <a:pt x="1773681" y="1731518"/>
                  </a:lnTo>
                  <a:lnTo>
                    <a:pt x="1773681" y="1845818"/>
                  </a:lnTo>
                  <a:lnTo>
                    <a:pt x="1811781" y="1845818"/>
                  </a:lnTo>
                  <a:lnTo>
                    <a:pt x="1811781" y="1731518"/>
                  </a:lnTo>
                  <a:close/>
                </a:path>
                <a:path w="4053204" h="2025650">
                  <a:moveTo>
                    <a:pt x="1811781" y="1883918"/>
                  </a:moveTo>
                  <a:lnTo>
                    <a:pt x="1773681" y="1883918"/>
                  </a:lnTo>
                  <a:lnTo>
                    <a:pt x="1773681" y="1987550"/>
                  </a:lnTo>
                  <a:lnTo>
                    <a:pt x="1822450" y="1987550"/>
                  </a:lnTo>
                  <a:lnTo>
                    <a:pt x="1822450" y="1968500"/>
                  </a:lnTo>
                  <a:lnTo>
                    <a:pt x="1811781" y="1968500"/>
                  </a:lnTo>
                  <a:lnTo>
                    <a:pt x="1792731" y="1949450"/>
                  </a:lnTo>
                  <a:lnTo>
                    <a:pt x="1811781" y="1949450"/>
                  </a:lnTo>
                  <a:lnTo>
                    <a:pt x="1811781" y="1883918"/>
                  </a:lnTo>
                  <a:close/>
                </a:path>
                <a:path w="4053204" h="2025650">
                  <a:moveTo>
                    <a:pt x="1811781" y="1949450"/>
                  </a:moveTo>
                  <a:lnTo>
                    <a:pt x="1792731" y="1949450"/>
                  </a:lnTo>
                  <a:lnTo>
                    <a:pt x="1811781" y="1968500"/>
                  </a:lnTo>
                  <a:lnTo>
                    <a:pt x="1811781" y="1949450"/>
                  </a:lnTo>
                  <a:close/>
                </a:path>
                <a:path w="4053204" h="2025650">
                  <a:moveTo>
                    <a:pt x="1822450" y="1949450"/>
                  </a:moveTo>
                  <a:lnTo>
                    <a:pt x="1811781" y="1949450"/>
                  </a:lnTo>
                  <a:lnTo>
                    <a:pt x="1811781" y="1968500"/>
                  </a:lnTo>
                  <a:lnTo>
                    <a:pt x="1822450" y="1968500"/>
                  </a:lnTo>
                  <a:lnTo>
                    <a:pt x="1822450" y="1949450"/>
                  </a:lnTo>
                  <a:close/>
                </a:path>
                <a:path w="4053204" h="2025650">
                  <a:moveTo>
                    <a:pt x="1974850" y="1949450"/>
                  </a:moveTo>
                  <a:lnTo>
                    <a:pt x="1860550" y="1949450"/>
                  </a:lnTo>
                  <a:lnTo>
                    <a:pt x="1860550" y="1987550"/>
                  </a:lnTo>
                  <a:lnTo>
                    <a:pt x="1974850" y="1987550"/>
                  </a:lnTo>
                  <a:lnTo>
                    <a:pt x="1974850" y="1949450"/>
                  </a:lnTo>
                  <a:close/>
                </a:path>
                <a:path w="4053204" h="2025650">
                  <a:moveTo>
                    <a:pt x="2127250" y="1949450"/>
                  </a:moveTo>
                  <a:lnTo>
                    <a:pt x="2012950" y="1949450"/>
                  </a:lnTo>
                  <a:lnTo>
                    <a:pt x="2012950" y="1987550"/>
                  </a:lnTo>
                  <a:lnTo>
                    <a:pt x="2127250" y="1987550"/>
                  </a:lnTo>
                  <a:lnTo>
                    <a:pt x="2127250" y="1949450"/>
                  </a:lnTo>
                  <a:close/>
                </a:path>
                <a:path w="4053204" h="2025650">
                  <a:moveTo>
                    <a:pt x="2279650" y="1949450"/>
                  </a:moveTo>
                  <a:lnTo>
                    <a:pt x="2165350" y="1949450"/>
                  </a:lnTo>
                  <a:lnTo>
                    <a:pt x="2165350" y="1987550"/>
                  </a:lnTo>
                  <a:lnTo>
                    <a:pt x="2279650" y="1987550"/>
                  </a:lnTo>
                  <a:lnTo>
                    <a:pt x="2279650" y="1949450"/>
                  </a:lnTo>
                  <a:close/>
                </a:path>
                <a:path w="4053204" h="2025650">
                  <a:moveTo>
                    <a:pt x="2432050" y="1949450"/>
                  </a:moveTo>
                  <a:lnTo>
                    <a:pt x="2317750" y="1949450"/>
                  </a:lnTo>
                  <a:lnTo>
                    <a:pt x="2317750" y="1987550"/>
                  </a:lnTo>
                  <a:lnTo>
                    <a:pt x="2432050" y="1987550"/>
                  </a:lnTo>
                  <a:lnTo>
                    <a:pt x="2432050" y="1949450"/>
                  </a:lnTo>
                  <a:close/>
                </a:path>
                <a:path w="4053204" h="2025650">
                  <a:moveTo>
                    <a:pt x="2584450" y="1949450"/>
                  </a:moveTo>
                  <a:lnTo>
                    <a:pt x="2470150" y="1949450"/>
                  </a:lnTo>
                  <a:lnTo>
                    <a:pt x="2470150" y="1987550"/>
                  </a:lnTo>
                  <a:lnTo>
                    <a:pt x="2584450" y="1987550"/>
                  </a:lnTo>
                  <a:lnTo>
                    <a:pt x="2584450" y="1949450"/>
                  </a:lnTo>
                  <a:close/>
                </a:path>
                <a:path w="4053204" h="2025650">
                  <a:moveTo>
                    <a:pt x="2736850" y="1949450"/>
                  </a:moveTo>
                  <a:lnTo>
                    <a:pt x="2622550" y="1949450"/>
                  </a:lnTo>
                  <a:lnTo>
                    <a:pt x="2622550" y="1987550"/>
                  </a:lnTo>
                  <a:lnTo>
                    <a:pt x="2736850" y="1987550"/>
                  </a:lnTo>
                  <a:lnTo>
                    <a:pt x="2736850" y="1949450"/>
                  </a:lnTo>
                  <a:close/>
                </a:path>
                <a:path w="4053204" h="2025650">
                  <a:moveTo>
                    <a:pt x="2889250" y="1949450"/>
                  </a:moveTo>
                  <a:lnTo>
                    <a:pt x="2774950" y="1949450"/>
                  </a:lnTo>
                  <a:lnTo>
                    <a:pt x="2774950" y="1987550"/>
                  </a:lnTo>
                  <a:lnTo>
                    <a:pt x="2889250" y="1987550"/>
                  </a:lnTo>
                  <a:lnTo>
                    <a:pt x="2889250" y="1949450"/>
                  </a:lnTo>
                  <a:close/>
                </a:path>
                <a:path w="4053204" h="2025650">
                  <a:moveTo>
                    <a:pt x="3041650" y="1949450"/>
                  </a:moveTo>
                  <a:lnTo>
                    <a:pt x="2927350" y="1949450"/>
                  </a:lnTo>
                  <a:lnTo>
                    <a:pt x="2927350" y="1987550"/>
                  </a:lnTo>
                  <a:lnTo>
                    <a:pt x="3041650" y="1987550"/>
                  </a:lnTo>
                  <a:lnTo>
                    <a:pt x="3041650" y="1949450"/>
                  </a:lnTo>
                  <a:close/>
                </a:path>
                <a:path w="4053204" h="2025650">
                  <a:moveTo>
                    <a:pt x="3194050" y="1949450"/>
                  </a:moveTo>
                  <a:lnTo>
                    <a:pt x="3079750" y="1949450"/>
                  </a:lnTo>
                  <a:lnTo>
                    <a:pt x="3079750" y="1987550"/>
                  </a:lnTo>
                  <a:lnTo>
                    <a:pt x="3194050" y="1987550"/>
                  </a:lnTo>
                  <a:lnTo>
                    <a:pt x="3194050" y="1949450"/>
                  </a:lnTo>
                  <a:close/>
                </a:path>
                <a:path w="4053204" h="2025650">
                  <a:moveTo>
                    <a:pt x="3346450" y="1949450"/>
                  </a:moveTo>
                  <a:lnTo>
                    <a:pt x="3232150" y="1949450"/>
                  </a:lnTo>
                  <a:lnTo>
                    <a:pt x="3232150" y="1987550"/>
                  </a:lnTo>
                  <a:lnTo>
                    <a:pt x="3346450" y="1987550"/>
                  </a:lnTo>
                  <a:lnTo>
                    <a:pt x="3346450" y="1949450"/>
                  </a:lnTo>
                  <a:close/>
                </a:path>
                <a:path w="4053204" h="2025650">
                  <a:moveTo>
                    <a:pt x="3498850" y="1949450"/>
                  </a:moveTo>
                  <a:lnTo>
                    <a:pt x="3384550" y="1949450"/>
                  </a:lnTo>
                  <a:lnTo>
                    <a:pt x="3384550" y="1987550"/>
                  </a:lnTo>
                  <a:lnTo>
                    <a:pt x="3498850" y="1987550"/>
                  </a:lnTo>
                  <a:lnTo>
                    <a:pt x="3498850" y="1949450"/>
                  </a:lnTo>
                  <a:close/>
                </a:path>
                <a:path w="4053204" h="2025650">
                  <a:moveTo>
                    <a:pt x="3651250" y="1949450"/>
                  </a:moveTo>
                  <a:lnTo>
                    <a:pt x="3536950" y="1949450"/>
                  </a:lnTo>
                  <a:lnTo>
                    <a:pt x="3536950" y="1987550"/>
                  </a:lnTo>
                  <a:lnTo>
                    <a:pt x="3651250" y="1987550"/>
                  </a:lnTo>
                  <a:lnTo>
                    <a:pt x="3651250" y="1949450"/>
                  </a:lnTo>
                  <a:close/>
                </a:path>
                <a:path w="4053204" h="2025650">
                  <a:moveTo>
                    <a:pt x="3803650" y="1949450"/>
                  </a:moveTo>
                  <a:lnTo>
                    <a:pt x="3689350" y="1949450"/>
                  </a:lnTo>
                  <a:lnTo>
                    <a:pt x="3689350" y="1987550"/>
                  </a:lnTo>
                  <a:lnTo>
                    <a:pt x="3803650" y="1987550"/>
                  </a:lnTo>
                  <a:lnTo>
                    <a:pt x="3803650" y="1949450"/>
                  </a:lnTo>
                  <a:close/>
                </a:path>
                <a:path w="4053204" h="2025650">
                  <a:moveTo>
                    <a:pt x="3938651" y="1911350"/>
                  </a:moveTo>
                  <a:lnTo>
                    <a:pt x="3938651" y="2025650"/>
                  </a:lnTo>
                  <a:lnTo>
                    <a:pt x="4014851" y="1987550"/>
                  </a:lnTo>
                  <a:lnTo>
                    <a:pt x="3956050" y="1987550"/>
                  </a:lnTo>
                  <a:lnTo>
                    <a:pt x="3956050" y="1949450"/>
                  </a:lnTo>
                  <a:lnTo>
                    <a:pt x="4014851" y="1949450"/>
                  </a:lnTo>
                  <a:lnTo>
                    <a:pt x="3938651" y="1911350"/>
                  </a:lnTo>
                  <a:close/>
                </a:path>
                <a:path w="4053204" h="2025650">
                  <a:moveTo>
                    <a:pt x="3938651" y="1949450"/>
                  </a:moveTo>
                  <a:lnTo>
                    <a:pt x="3841750" y="1949450"/>
                  </a:lnTo>
                  <a:lnTo>
                    <a:pt x="3841750" y="1987550"/>
                  </a:lnTo>
                  <a:lnTo>
                    <a:pt x="3938651" y="1987550"/>
                  </a:lnTo>
                  <a:lnTo>
                    <a:pt x="3938651" y="1949450"/>
                  </a:lnTo>
                  <a:close/>
                </a:path>
                <a:path w="4053204" h="2025650">
                  <a:moveTo>
                    <a:pt x="4014851" y="1949450"/>
                  </a:moveTo>
                  <a:lnTo>
                    <a:pt x="3956050" y="1949450"/>
                  </a:lnTo>
                  <a:lnTo>
                    <a:pt x="3956050" y="1987550"/>
                  </a:lnTo>
                  <a:lnTo>
                    <a:pt x="4014851" y="1987550"/>
                  </a:lnTo>
                  <a:lnTo>
                    <a:pt x="4052951" y="1968500"/>
                  </a:lnTo>
                  <a:lnTo>
                    <a:pt x="4014851" y="194945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40267" y="3204972"/>
              <a:ext cx="545592" cy="54559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36536" y="3095244"/>
              <a:ext cx="576072" cy="768096"/>
            </a:xfrm>
            <a:prstGeom prst="rect">
              <a:avLst/>
            </a:prstGeom>
          </p:spPr>
        </p:pic>
        <p:pic>
          <p:nvPicPr>
            <p:cNvPr id="36" name="object 36" descr="gen-dedup-57ee6a1f0d650d3a975db06a8ec6cc96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80776" y="4508284"/>
              <a:ext cx="665987" cy="590638"/>
            </a:xfrm>
            <a:prstGeom prst="rect">
              <a:avLst/>
            </a:prstGeom>
          </p:spPr>
        </p:pic>
        <p:pic>
          <p:nvPicPr>
            <p:cNvPr id="37" name="object 37" descr="gen-dedup-9fdbec92b016124fd02e3850a5123f8c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50936" y="3870960"/>
              <a:ext cx="542544" cy="542544"/>
            </a:xfrm>
            <a:prstGeom prst="rect">
              <a:avLst/>
            </a:prstGeom>
          </p:spPr>
        </p:pic>
        <p:pic>
          <p:nvPicPr>
            <p:cNvPr id="38" name="object 38" descr="gen-dedup-21ca404cb11db46d70576942e588b6e2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94143" y="3435096"/>
              <a:ext cx="454342" cy="72694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820404" y="2579378"/>
              <a:ext cx="2668270" cy="1290955"/>
            </a:xfrm>
            <a:custGeom>
              <a:avLst/>
              <a:gdLst/>
              <a:ahLst/>
              <a:cxnLst/>
              <a:rect l="l" t="t" r="r" b="b"/>
              <a:pathLst>
                <a:path w="2668270" h="1290954">
                  <a:moveTo>
                    <a:pt x="1614650" y="0"/>
                  </a:moveTo>
                  <a:lnTo>
                    <a:pt x="1562430" y="656"/>
                  </a:lnTo>
                  <a:lnTo>
                    <a:pt x="1510230" y="2539"/>
                  </a:lnTo>
                  <a:lnTo>
                    <a:pt x="1458150" y="5657"/>
                  </a:lnTo>
                  <a:lnTo>
                    <a:pt x="1406292" y="10019"/>
                  </a:lnTo>
                  <a:lnTo>
                    <a:pt x="1354757" y="15632"/>
                  </a:lnTo>
                  <a:lnTo>
                    <a:pt x="1303646" y="22506"/>
                  </a:lnTo>
                  <a:lnTo>
                    <a:pt x="1253061" y="30647"/>
                  </a:lnTo>
                  <a:lnTo>
                    <a:pt x="1203102" y="40066"/>
                  </a:lnTo>
                  <a:lnTo>
                    <a:pt x="1153871" y="50769"/>
                  </a:lnTo>
                  <a:lnTo>
                    <a:pt x="1105468" y="62765"/>
                  </a:lnTo>
                  <a:lnTo>
                    <a:pt x="1057996" y="76062"/>
                  </a:lnTo>
                  <a:lnTo>
                    <a:pt x="1011554" y="90669"/>
                  </a:lnTo>
                  <a:lnTo>
                    <a:pt x="954179" y="111142"/>
                  </a:lnTo>
                  <a:lnTo>
                    <a:pt x="900601" y="133090"/>
                  </a:lnTo>
                  <a:lnTo>
                    <a:pt x="850859" y="156411"/>
                  </a:lnTo>
                  <a:lnTo>
                    <a:pt x="804989" y="181001"/>
                  </a:lnTo>
                  <a:lnTo>
                    <a:pt x="763030" y="206758"/>
                  </a:lnTo>
                  <a:lnTo>
                    <a:pt x="725019" y="233578"/>
                  </a:lnTo>
                  <a:lnTo>
                    <a:pt x="690994" y="261359"/>
                  </a:lnTo>
                  <a:lnTo>
                    <a:pt x="660992" y="289998"/>
                  </a:lnTo>
                  <a:lnTo>
                    <a:pt x="635052" y="319392"/>
                  </a:lnTo>
                  <a:lnTo>
                    <a:pt x="595507" y="380033"/>
                  </a:lnTo>
                  <a:lnTo>
                    <a:pt x="572659" y="442459"/>
                  </a:lnTo>
                  <a:lnTo>
                    <a:pt x="566811" y="505847"/>
                  </a:lnTo>
                  <a:lnTo>
                    <a:pt x="570356" y="537644"/>
                  </a:lnTo>
                  <a:lnTo>
                    <a:pt x="590573" y="600930"/>
                  </a:lnTo>
                  <a:lnTo>
                    <a:pt x="628544" y="663119"/>
                  </a:lnTo>
                  <a:lnTo>
                    <a:pt x="654281" y="693545"/>
                  </a:lnTo>
                  <a:lnTo>
                    <a:pt x="684569" y="723388"/>
                  </a:lnTo>
                  <a:lnTo>
                    <a:pt x="719447" y="752546"/>
                  </a:lnTo>
                  <a:lnTo>
                    <a:pt x="758951" y="780914"/>
                  </a:lnTo>
                  <a:lnTo>
                    <a:pt x="0" y="1290565"/>
                  </a:lnTo>
                  <a:lnTo>
                    <a:pt x="1048385" y="911724"/>
                  </a:lnTo>
                  <a:lnTo>
                    <a:pt x="1093935" y="924799"/>
                  </a:lnTo>
                  <a:lnTo>
                    <a:pt x="1140481" y="936687"/>
                  </a:lnTo>
                  <a:lnTo>
                    <a:pt x="1187926" y="947388"/>
                  </a:lnTo>
                  <a:lnTo>
                    <a:pt x="1236175" y="956905"/>
                  </a:lnTo>
                  <a:lnTo>
                    <a:pt x="1285134" y="965237"/>
                  </a:lnTo>
                  <a:lnTo>
                    <a:pt x="1334706" y="972387"/>
                  </a:lnTo>
                  <a:lnTo>
                    <a:pt x="1384797" y="978354"/>
                  </a:lnTo>
                  <a:lnTo>
                    <a:pt x="1435311" y="983141"/>
                  </a:lnTo>
                  <a:lnTo>
                    <a:pt x="1486154" y="986747"/>
                  </a:lnTo>
                  <a:lnTo>
                    <a:pt x="1537229" y="989175"/>
                  </a:lnTo>
                  <a:lnTo>
                    <a:pt x="1588441" y="990424"/>
                  </a:lnTo>
                  <a:lnTo>
                    <a:pt x="1639697" y="990496"/>
                  </a:lnTo>
                  <a:lnTo>
                    <a:pt x="1690899" y="989392"/>
                  </a:lnTo>
                  <a:lnTo>
                    <a:pt x="1741953" y="987113"/>
                  </a:lnTo>
                  <a:lnTo>
                    <a:pt x="1792763" y="983660"/>
                  </a:lnTo>
                  <a:lnTo>
                    <a:pt x="1843235" y="979034"/>
                  </a:lnTo>
                  <a:lnTo>
                    <a:pt x="1893273" y="973236"/>
                  </a:lnTo>
                  <a:lnTo>
                    <a:pt x="1942782" y="966267"/>
                  </a:lnTo>
                  <a:lnTo>
                    <a:pt x="1991666" y="958128"/>
                  </a:lnTo>
                  <a:lnTo>
                    <a:pt x="2039831" y="948819"/>
                  </a:lnTo>
                  <a:lnTo>
                    <a:pt x="2087181" y="938342"/>
                  </a:lnTo>
                  <a:lnTo>
                    <a:pt x="2133621" y="926698"/>
                  </a:lnTo>
                  <a:lnTo>
                    <a:pt x="2179055" y="913889"/>
                  </a:lnTo>
                  <a:lnTo>
                    <a:pt x="2223389" y="899913"/>
                  </a:lnTo>
                  <a:lnTo>
                    <a:pt x="2280764" y="879441"/>
                  </a:lnTo>
                  <a:lnTo>
                    <a:pt x="2334342" y="857492"/>
                  </a:lnTo>
                  <a:lnTo>
                    <a:pt x="2384084" y="834172"/>
                  </a:lnTo>
                  <a:lnTo>
                    <a:pt x="2429954" y="809582"/>
                  </a:lnTo>
                  <a:lnTo>
                    <a:pt x="2471913" y="783825"/>
                  </a:lnTo>
                  <a:lnTo>
                    <a:pt x="2509924" y="757005"/>
                  </a:lnTo>
                  <a:lnTo>
                    <a:pt x="2543949" y="729224"/>
                  </a:lnTo>
                  <a:lnTo>
                    <a:pt x="2573951" y="700585"/>
                  </a:lnTo>
                  <a:lnTo>
                    <a:pt x="2599891" y="671191"/>
                  </a:lnTo>
                  <a:lnTo>
                    <a:pt x="2639436" y="610550"/>
                  </a:lnTo>
                  <a:lnTo>
                    <a:pt x="2662284" y="548124"/>
                  </a:lnTo>
                  <a:lnTo>
                    <a:pt x="2668132" y="484736"/>
                  </a:lnTo>
                  <a:lnTo>
                    <a:pt x="2664587" y="452939"/>
                  </a:lnTo>
                  <a:lnTo>
                    <a:pt x="2644370" y="389653"/>
                  </a:lnTo>
                  <a:lnTo>
                    <a:pt x="2606399" y="327464"/>
                  </a:lnTo>
                  <a:lnTo>
                    <a:pt x="2580662" y="297038"/>
                  </a:lnTo>
                  <a:lnTo>
                    <a:pt x="2550374" y="267194"/>
                  </a:lnTo>
                  <a:lnTo>
                    <a:pt x="2515496" y="238037"/>
                  </a:lnTo>
                  <a:lnTo>
                    <a:pt x="2475992" y="209668"/>
                  </a:lnTo>
                  <a:lnTo>
                    <a:pt x="2442622" y="188582"/>
                  </a:lnTo>
                  <a:lnTo>
                    <a:pt x="2407349" y="168566"/>
                  </a:lnTo>
                  <a:lnTo>
                    <a:pt x="2370275" y="149627"/>
                  </a:lnTo>
                  <a:lnTo>
                    <a:pt x="2331501" y="131776"/>
                  </a:lnTo>
                  <a:lnTo>
                    <a:pt x="2291128" y="115019"/>
                  </a:lnTo>
                  <a:lnTo>
                    <a:pt x="2249256" y="99365"/>
                  </a:lnTo>
                  <a:lnTo>
                    <a:pt x="2205988" y="84822"/>
                  </a:lnTo>
                  <a:lnTo>
                    <a:pt x="2161425" y="71399"/>
                  </a:lnTo>
                  <a:lnTo>
                    <a:pt x="2115667" y="59104"/>
                  </a:lnTo>
                  <a:lnTo>
                    <a:pt x="2068816" y="47945"/>
                  </a:lnTo>
                  <a:lnTo>
                    <a:pt x="2020973" y="37930"/>
                  </a:lnTo>
                  <a:lnTo>
                    <a:pt x="1972238" y="29068"/>
                  </a:lnTo>
                  <a:lnTo>
                    <a:pt x="1922714" y="21367"/>
                  </a:lnTo>
                  <a:lnTo>
                    <a:pt x="1872502" y="14834"/>
                  </a:lnTo>
                  <a:lnTo>
                    <a:pt x="1821702" y="9480"/>
                  </a:lnTo>
                  <a:lnTo>
                    <a:pt x="1770415" y="5310"/>
                  </a:lnTo>
                  <a:lnTo>
                    <a:pt x="1718744" y="2335"/>
                  </a:lnTo>
                  <a:lnTo>
                    <a:pt x="1666788" y="562"/>
                  </a:lnTo>
                  <a:lnTo>
                    <a:pt x="16146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820404" y="2579378"/>
              <a:ext cx="2668270" cy="1290955"/>
            </a:xfrm>
            <a:custGeom>
              <a:avLst/>
              <a:gdLst/>
              <a:ahLst/>
              <a:cxnLst/>
              <a:rect l="l" t="t" r="r" b="b"/>
              <a:pathLst>
                <a:path w="2668270" h="1290954">
                  <a:moveTo>
                    <a:pt x="0" y="1290565"/>
                  </a:moveTo>
                  <a:lnTo>
                    <a:pt x="758951" y="780914"/>
                  </a:lnTo>
                  <a:lnTo>
                    <a:pt x="719447" y="752546"/>
                  </a:lnTo>
                  <a:lnTo>
                    <a:pt x="684569" y="723388"/>
                  </a:lnTo>
                  <a:lnTo>
                    <a:pt x="654281" y="693545"/>
                  </a:lnTo>
                  <a:lnTo>
                    <a:pt x="628544" y="663119"/>
                  </a:lnTo>
                  <a:lnTo>
                    <a:pt x="590573" y="600930"/>
                  </a:lnTo>
                  <a:lnTo>
                    <a:pt x="570356" y="537644"/>
                  </a:lnTo>
                  <a:lnTo>
                    <a:pt x="566811" y="505847"/>
                  </a:lnTo>
                  <a:lnTo>
                    <a:pt x="567592" y="474084"/>
                  </a:lnTo>
                  <a:lnTo>
                    <a:pt x="581977" y="411075"/>
                  </a:lnTo>
                  <a:lnTo>
                    <a:pt x="613211" y="349438"/>
                  </a:lnTo>
                  <a:lnTo>
                    <a:pt x="660992" y="289998"/>
                  </a:lnTo>
                  <a:lnTo>
                    <a:pt x="690994" y="261359"/>
                  </a:lnTo>
                  <a:lnTo>
                    <a:pt x="725019" y="233578"/>
                  </a:lnTo>
                  <a:lnTo>
                    <a:pt x="763030" y="206758"/>
                  </a:lnTo>
                  <a:lnTo>
                    <a:pt x="804989" y="181001"/>
                  </a:lnTo>
                  <a:lnTo>
                    <a:pt x="850859" y="156411"/>
                  </a:lnTo>
                  <a:lnTo>
                    <a:pt x="900601" y="133090"/>
                  </a:lnTo>
                  <a:lnTo>
                    <a:pt x="954179" y="111142"/>
                  </a:lnTo>
                  <a:lnTo>
                    <a:pt x="1011554" y="90669"/>
                  </a:lnTo>
                  <a:lnTo>
                    <a:pt x="1057996" y="76062"/>
                  </a:lnTo>
                  <a:lnTo>
                    <a:pt x="1105468" y="62765"/>
                  </a:lnTo>
                  <a:lnTo>
                    <a:pt x="1153871" y="50769"/>
                  </a:lnTo>
                  <a:lnTo>
                    <a:pt x="1203102" y="40066"/>
                  </a:lnTo>
                  <a:lnTo>
                    <a:pt x="1253061" y="30647"/>
                  </a:lnTo>
                  <a:lnTo>
                    <a:pt x="1303646" y="22506"/>
                  </a:lnTo>
                  <a:lnTo>
                    <a:pt x="1354757" y="15632"/>
                  </a:lnTo>
                  <a:lnTo>
                    <a:pt x="1406292" y="10019"/>
                  </a:lnTo>
                  <a:lnTo>
                    <a:pt x="1458150" y="5657"/>
                  </a:lnTo>
                  <a:lnTo>
                    <a:pt x="1510230" y="2539"/>
                  </a:lnTo>
                  <a:lnTo>
                    <a:pt x="1562430" y="656"/>
                  </a:lnTo>
                  <a:lnTo>
                    <a:pt x="1614650" y="0"/>
                  </a:lnTo>
                  <a:lnTo>
                    <a:pt x="1666788" y="562"/>
                  </a:lnTo>
                  <a:lnTo>
                    <a:pt x="1718744" y="2335"/>
                  </a:lnTo>
                  <a:lnTo>
                    <a:pt x="1770415" y="5310"/>
                  </a:lnTo>
                  <a:lnTo>
                    <a:pt x="1821702" y="9480"/>
                  </a:lnTo>
                  <a:lnTo>
                    <a:pt x="1872502" y="14834"/>
                  </a:lnTo>
                  <a:lnTo>
                    <a:pt x="1922714" y="21367"/>
                  </a:lnTo>
                  <a:lnTo>
                    <a:pt x="1972238" y="29068"/>
                  </a:lnTo>
                  <a:lnTo>
                    <a:pt x="2020973" y="37930"/>
                  </a:lnTo>
                  <a:lnTo>
                    <a:pt x="2068816" y="47945"/>
                  </a:lnTo>
                  <a:lnTo>
                    <a:pt x="2115667" y="59104"/>
                  </a:lnTo>
                  <a:lnTo>
                    <a:pt x="2161425" y="71399"/>
                  </a:lnTo>
                  <a:lnTo>
                    <a:pt x="2205988" y="84822"/>
                  </a:lnTo>
                  <a:lnTo>
                    <a:pt x="2249256" y="99365"/>
                  </a:lnTo>
                  <a:lnTo>
                    <a:pt x="2291128" y="115019"/>
                  </a:lnTo>
                  <a:lnTo>
                    <a:pt x="2331501" y="131776"/>
                  </a:lnTo>
                  <a:lnTo>
                    <a:pt x="2370275" y="149627"/>
                  </a:lnTo>
                  <a:lnTo>
                    <a:pt x="2407349" y="168566"/>
                  </a:lnTo>
                  <a:lnTo>
                    <a:pt x="2442622" y="188582"/>
                  </a:lnTo>
                  <a:lnTo>
                    <a:pt x="2475992" y="209668"/>
                  </a:lnTo>
                  <a:lnTo>
                    <a:pt x="2515496" y="238037"/>
                  </a:lnTo>
                  <a:lnTo>
                    <a:pt x="2550374" y="267194"/>
                  </a:lnTo>
                  <a:lnTo>
                    <a:pt x="2580662" y="297038"/>
                  </a:lnTo>
                  <a:lnTo>
                    <a:pt x="2606399" y="327464"/>
                  </a:lnTo>
                  <a:lnTo>
                    <a:pt x="2644370" y="389653"/>
                  </a:lnTo>
                  <a:lnTo>
                    <a:pt x="2664587" y="452939"/>
                  </a:lnTo>
                  <a:lnTo>
                    <a:pt x="2668132" y="484736"/>
                  </a:lnTo>
                  <a:lnTo>
                    <a:pt x="2667351" y="516499"/>
                  </a:lnTo>
                  <a:lnTo>
                    <a:pt x="2652966" y="579508"/>
                  </a:lnTo>
                  <a:lnTo>
                    <a:pt x="2621732" y="641145"/>
                  </a:lnTo>
                  <a:lnTo>
                    <a:pt x="2573951" y="700585"/>
                  </a:lnTo>
                  <a:lnTo>
                    <a:pt x="2543949" y="729224"/>
                  </a:lnTo>
                  <a:lnTo>
                    <a:pt x="2509924" y="757005"/>
                  </a:lnTo>
                  <a:lnTo>
                    <a:pt x="2471913" y="783825"/>
                  </a:lnTo>
                  <a:lnTo>
                    <a:pt x="2429954" y="809582"/>
                  </a:lnTo>
                  <a:lnTo>
                    <a:pt x="2384084" y="834172"/>
                  </a:lnTo>
                  <a:lnTo>
                    <a:pt x="2334342" y="857492"/>
                  </a:lnTo>
                  <a:lnTo>
                    <a:pt x="2280764" y="879441"/>
                  </a:lnTo>
                  <a:lnTo>
                    <a:pt x="2223389" y="899913"/>
                  </a:lnTo>
                  <a:lnTo>
                    <a:pt x="2179055" y="913889"/>
                  </a:lnTo>
                  <a:lnTo>
                    <a:pt x="2133621" y="926698"/>
                  </a:lnTo>
                  <a:lnTo>
                    <a:pt x="2087181" y="938342"/>
                  </a:lnTo>
                  <a:lnTo>
                    <a:pt x="2039831" y="948819"/>
                  </a:lnTo>
                  <a:lnTo>
                    <a:pt x="1991666" y="958128"/>
                  </a:lnTo>
                  <a:lnTo>
                    <a:pt x="1942782" y="966267"/>
                  </a:lnTo>
                  <a:lnTo>
                    <a:pt x="1893273" y="973236"/>
                  </a:lnTo>
                  <a:lnTo>
                    <a:pt x="1843235" y="979034"/>
                  </a:lnTo>
                  <a:lnTo>
                    <a:pt x="1792763" y="983660"/>
                  </a:lnTo>
                  <a:lnTo>
                    <a:pt x="1741953" y="987113"/>
                  </a:lnTo>
                  <a:lnTo>
                    <a:pt x="1690899" y="989392"/>
                  </a:lnTo>
                  <a:lnTo>
                    <a:pt x="1639697" y="990496"/>
                  </a:lnTo>
                  <a:lnTo>
                    <a:pt x="1588441" y="990424"/>
                  </a:lnTo>
                  <a:lnTo>
                    <a:pt x="1537229" y="989175"/>
                  </a:lnTo>
                  <a:lnTo>
                    <a:pt x="1486154" y="986747"/>
                  </a:lnTo>
                  <a:lnTo>
                    <a:pt x="1435311" y="983141"/>
                  </a:lnTo>
                  <a:lnTo>
                    <a:pt x="1384797" y="978354"/>
                  </a:lnTo>
                  <a:lnTo>
                    <a:pt x="1334706" y="972387"/>
                  </a:lnTo>
                  <a:lnTo>
                    <a:pt x="1285134" y="965237"/>
                  </a:lnTo>
                  <a:lnTo>
                    <a:pt x="1236175" y="956905"/>
                  </a:lnTo>
                  <a:lnTo>
                    <a:pt x="1187926" y="947388"/>
                  </a:lnTo>
                  <a:lnTo>
                    <a:pt x="1140481" y="936687"/>
                  </a:lnTo>
                  <a:lnTo>
                    <a:pt x="1093935" y="924799"/>
                  </a:lnTo>
                  <a:lnTo>
                    <a:pt x="1048385" y="911724"/>
                  </a:lnTo>
                  <a:lnTo>
                    <a:pt x="0" y="1290565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782302" y="2731135"/>
            <a:ext cx="13125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파일과</a:t>
            </a:r>
            <a:r>
              <a:rPr sz="1400" spc="-1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바이러는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870693" y="2944495"/>
            <a:ext cx="113411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9535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좌표가</a:t>
            </a:r>
            <a:r>
              <a:rPr sz="1400" spc="-1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달라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변환이</a:t>
            </a:r>
            <a:r>
              <a:rPr sz="1400" spc="-1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필요함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502907" y="2502433"/>
            <a:ext cx="3288665" cy="3589020"/>
            <a:chOff x="6502907" y="2502433"/>
            <a:chExt cx="3288665" cy="3589020"/>
          </a:xfrm>
        </p:grpSpPr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99803" y="2502433"/>
              <a:ext cx="601954" cy="58366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131807" y="2534412"/>
              <a:ext cx="487680" cy="469900"/>
            </a:xfrm>
            <a:custGeom>
              <a:avLst/>
              <a:gdLst/>
              <a:ahLst/>
              <a:cxnLst/>
              <a:rect l="l" t="t" r="r" b="b"/>
              <a:pathLst>
                <a:path w="487679" h="469900">
                  <a:moveTo>
                    <a:pt x="243840" y="0"/>
                  </a:moveTo>
                  <a:lnTo>
                    <a:pt x="194711" y="4766"/>
                  </a:lnTo>
                  <a:lnTo>
                    <a:pt x="148947" y="18436"/>
                  </a:lnTo>
                  <a:lnTo>
                    <a:pt x="107528" y="40069"/>
                  </a:lnTo>
                  <a:lnTo>
                    <a:pt x="71437" y="68722"/>
                  </a:lnTo>
                  <a:lnTo>
                    <a:pt x="41656" y="103454"/>
                  </a:lnTo>
                  <a:lnTo>
                    <a:pt x="19169" y="143321"/>
                  </a:lnTo>
                  <a:lnTo>
                    <a:pt x="4955" y="187382"/>
                  </a:lnTo>
                  <a:lnTo>
                    <a:pt x="0" y="234696"/>
                  </a:lnTo>
                  <a:lnTo>
                    <a:pt x="4955" y="282009"/>
                  </a:lnTo>
                  <a:lnTo>
                    <a:pt x="19169" y="326070"/>
                  </a:lnTo>
                  <a:lnTo>
                    <a:pt x="41656" y="365937"/>
                  </a:lnTo>
                  <a:lnTo>
                    <a:pt x="71437" y="400669"/>
                  </a:lnTo>
                  <a:lnTo>
                    <a:pt x="107528" y="429322"/>
                  </a:lnTo>
                  <a:lnTo>
                    <a:pt x="148947" y="450955"/>
                  </a:lnTo>
                  <a:lnTo>
                    <a:pt x="194711" y="464625"/>
                  </a:lnTo>
                  <a:lnTo>
                    <a:pt x="243840" y="469391"/>
                  </a:lnTo>
                  <a:lnTo>
                    <a:pt x="292968" y="464625"/>
                  </a:lnTo>
                  <a:lnTo>
                    <a:pt x="338732" y="450955"/>
                  </a:lnTo>
                  <a:lnTo>
                    <a:pt x="380151" y="429322"/>
                  </a:lnTo>
                  <a:lnTo>
                    <a:pt x="416242" y="400669"/>
                  </a:lnTo>
                  <a:lnTo>
                    <a:pt x="432781" y="381380"/>
                  </a:lnTo>
                  <a:lnTo>
                    <a:pt x="242871" y="381380"/>
                  </a:lnTo>
                  <a:lnTo>
                    <a:pt x="204475" y="376622"/>
                  </a:lnTo>
                  <a:lnTo>
                    <a:pt x="168021" y="362838"/>
                  </a:lnTo>
                  <a:lnTo>
                    <a:pt x="128853" y="333713"/>
                  </a:lnTo>
                  <a:lnTo>
                    <a:pt x="102237" y="295919"/>
                  </a:lnTo>
                  <a:lnTo>
                    <a:pt x="89172" y="252736"/>
                  </a:lnTo>
                  <a:lnTo>
                    <a:pt x="90658" y="207443"/>
                  </a:lnTo>
                  <a:lnTo>
                    <a:pt x="107696" y="163322"/>
                  </a:lnTo>
                  <a:lnTo>
                    <a:pt x="230180" y="163322"/>
                  </a:lnTo>
                  <a:lnTo>
                    <a:pt x="169672" y="105663"/>
                  </a:lnTo>
                  <a:lnTo>
                    <a:pt x="206341" y="92301"/>
                  </a:lnTo>
                  <a:lnTo>
                    <a:pt x="244808" y="88011"/>
                  </a:lnTo>
                  <a:lnTo>
                    <a:pt x="432781" y="88011"/>
                  </a:lnTo>
                  <a:lnTo>
                    <a:pt x="416242" y="68722"/>
                  </a:lnTo>
                  <a:lnTo>
                    <a:pt x="380151" y="40069"/>
                  </a:lnTo>
                  <a:lnTo>
                    <a:pt x="338732" y="18436"/>
                  </a:lnTo>
                  <a:lnTo>
                    <a:pt x="292968" y="4766"/>
                  </a:lnTo>
                  <a:lnTo>
                    <a:pt x="243840" y="0"/>
                  </a:lnTo>
                  <a:close/>
                </a:path>
                <a:path w="487679" h="469900">
                  <a:moveTo>
                    <a:pt x="230180" y="163322"/>
                  </a:moveTo>
                  <a:lnTo>
                    <a:pt x="107696" y="163322"/>
                  </a:lnTo>
                  <a:lnTo>
                    <a:pt x="318008" y="363727"/>
                  </a:lnTo>
                  <a:lnTo>
                    <a:pt x="281338" y="377090"/>
                  </a:lnTo>
                  <a:lnTo>
                    <a:pt x="242871" y="381380"/>
                  </a:lnTo>
                  <a:lnTo>
                    <a:pt x="432781" y="381380"/>
                  </a:lnTo>
                  <a:lnTo>
                    <a:pt x="446023" y="365937"/>
                  </a:lnTo>
                  <a:lnTo>
                    <a:pt x="468510" y="326070"/>
                  </a:lnTo>
                  <a:lnTo>
                    <a:pt x="474962" y="306070"/>
                  </a:lnTo>
                  <a:lnTo>
                    <a:pt x="379984" y="306070"/>
                  </a:lnTo>
                  <a:lnTo>
                    <a:pt x="230180" y="163322"/>
                  </a:lnTo>
                  <a:close/>
                </a:path>
                <a:path w="487679" h="469900">
                  <a:moveTo>
                    <a:pt x="432781" y="88011"/>
                  </a:moveTo>
                  <a:lnTo>
                    <a:pt x="244808" y="88011"/>
                  </a:lnTo>
                  <a:lnTo>
                    <a:pt x="283204" y="92769"/>
                  </a:lnTo>
                  <a:lnTo>
                    <a:pt x="319659" y="106552"/>
                  </a:lnTo>
                  <a:lnTo>
                    <a:pt x="358826" y="135678"/>
                  </a:lnTo>
                  <a:lnTo>
                    <a:pt x="385442" y="173472"/>
                  </a:lnTo>
                  <a:lnTo>
                    <a:pt x="398507" y="216655"/>
                  </a:lnTo>
                  <a:lnTo>
                    <a:pt x="397021" y="261948"/>
                  </a:lnTo>
                  <a:lnTo>
                    <a:pt x="379984" y="306070"/>
                  </a:lnTo>
                  <a:lnTo>
                    <a:pt x="474962" y="306070"/>
                  </a:lnTo>
                  <a:lnTo>
                    <a:pt x="482724" y="282009"/>
                  </a:lnTo>
                  <a:lnTo>
                    <a:pt x="487680" y="234696"/>
                  </a:lnTo>
                  <a:lnTo>
                    <a:pt x="482724" y="187382"/>
                  </a:lnTo>
                  <a:lnTo>
                    <a:pt x="468510" y="143321"/>
                  </a:lnTo>
                  <a:lnTo>
                    <a:pt x="446023" y="103454"/>
                  </a:lnTo>
                  <a:lnTo>
                    <a:pt x="432781" y="8801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131807" y="2534412"/>
              <a:ext cx="487680" cy="469900"/>
            </a:xfrm>
            <a:custGeom>
              <a:avLst/>
              <a:gdLst/>
              <a:ahLst/>
              <a:cxnLst/>
              <a:rect l="l" t="t" r="r" b="b"/>
              <a:pathLst>
                <a:path w="487679" h="469900">
                  <a:moveTo>
                    <a:pt x="0" y="234696"/>
                  </a:moveTo>
                  <a:lnTo>
                    <a:pt x="4955" y="187382"/>
                  </a:lnTo>
                  <a:lnTo>
                    <a:pt x="19169" y="143321"/>
                  </a:lnTo>
                  <a:lnTo>
                    <a:pt x="41656" y="103454"/>
                  </a:lnTo>
                  <a:lnTo>
                    <a:pt x="71437" y="68722"/>
                  </a:lnTo>
                  <a:lnTo>
                    <a:pt x="107528" y="40069"/>
                  </a:lnTo>
                  <a:lnTo>
                    <a:pt x="148947" y="18436"/>
                  </a:lnTo>
                  <a:lnTo>
                    <a:pt x="194711" y="4766"/>
                  </a:lnTo>
                  <a:lnTo>
                    <a:pt x="243840" y="0"/>
                  </a:lnTo>
                  <a:lnTo>
                    <a:pt x="292968" y="4766"/>
                  </a:lnTo>
                  <a:lnTo>
                    <a:pt x="338732" y="18436"/>
                  </a:lnTo>
                  <a:lnTo>
                    <a:pt x="380151" y="40069"/>
                  </a:lnTo>
                  <a:lnTo>
                    <a:pt x="416242" y="68722"/>
                  </a:lnTo>
                  <a:lnTo>
                    <a:pt x="446023" y="103454"/>
                  </a:lnTo>
                  <a:lnTo>
                    <a:pt x="468510" y="143321"/>
                  </a:lnTo>
                  <a:lnTo>
                    <a:pt x="482724" y="187382"/>
                  </a:lnTo>
                  <a:lnTo>
                    <a:pt x="487680" y="234696"/>
                  </a:lnTo>
                  <a:lnTo>
                    <a:pt x="482724" y="282009"/>
                  </a:lnTo>
                  <a:lnTo>
                    <a:pt x="468510" y="326070"/>
                  </a:lnTo>
                  <a:lnTo>
                    <a:pt x="446023" y="365937"/>
                  </a:lnTo>
                  <a:lnTo>
                    <a:pt x="416242" y="400669"/>
                  </a:lnTo>
                  <a:lnTo>
                    <a:pt x="380151" y="429322"/>
                  </a:lnTo>
                  <a:lnTo>
                    <a:pt x="338732" y="450955"/>
                  </a:lnTo>
                  <a:lnTo>
                    <a:pt x="292968" y="464625"/>
                  </a:lnTo>
                  <a:lnTo>
                    <a:pt x="243840" y="469391"/>
                  </a:lnTo>
                  <a:lnTo>
                    <a:pt x="194711" y="464625"/>
                  </a:lnTo>
                  <a:lnTo>
                    <a:pt x="148947" y="450955"/>
                  </a:lnTo>
                  <a:lnTo>
                    <a:pt x="107528" y="429322"/>
                  </a:lnTo>
                  <a:lnTo>
                    <a:pt x="71437" y="400669"/>
                  </a:lnTo>
                  <a:lnTo>
                    <a:pt x="41656" y="365937"/>
                  </a:lnTo>
                  <a:lnTo>
                    <a:pt x="19169" y="326070"/>
                  </a:lnTo>
                  <a:lnTo>
                    <a:pt x="4955" y="282009"/>
                  </a:lnTo>
                  <a:lnTo>
                    <a:pt x="0" y="2346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14629" y="2616073"/>
              <a:ext cx="322035" cy="30606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02907" y="4437888"/>
              <a:ext cx="576072" cy="768095"/>
            </a:xfrm>
            <a:prstGeom prst="rect">
              <a:avLst/>
            </a:prstGeom>
          </p:spPr>
        </p:pic>
        <p:pic>
          <p:nvPicPr>
            <p:cNvPr id="49" name="object 49" descr="gen-dedup-21ca404cb11db46d70576942e588b6e2.png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09282" y="4704588"/>
              <a:ext cx="454342" cy="72694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909053" y="3772168"/>
              <a:ext cx="772795" cy="1364615"/>
            </a:xfrm>
            <a:custGeom>
              <a:avLst/>
              <a:gdLst/>
              <a:ahLst/>
              <a:cxnLst/>
              <a:rect l="l" t="t" r="r" b="b"/>
              <a:pathLst>
                <a:path w="772795" h="1364614">
                  <a:moveTo>
                    <a:pt x="673048" y="94453"/>
                  </a:moveTo>
                  <a:lnTo>
                    <a:pt x="643763" y="147941"/>
                  </a:lnTo>
                  <a:lnTo>
                    <a:pt x="677164" y="166229"/>
                  </a:lnTo>
                  <a:lnTo>
                    <a:pt x="706431" y="112775"/>
                  </a:lnTo>
                  <a:lnTo>
                    <a:pt x="687959" y="107047"/>
                  </a:lnTo>
                  <a:lnTo>
                    <a:pt x="673048" y="94453"/>
                  </a:lnTo>
                  <a:close/>
                </a:path>
                <a:path w="772795" h="1364614">
                  <a:moveTo>
                    <a:pt x="770881" y="47738"/>
                  </a:moveTo>
                  <a:lnTo>
                    <a:pt x="698626" y="47738"/>
                  </a:lnTo>
                  <a:lnTo>
                    <a:pt x="732027" y="66026"/>
                  </a:lnTo>
                  <a:lnTo>
                    <a:pt x="706431" y="112775"/>
                  </a:lnTo>
                  <a:lnTo>
                    <a:pt x="750895" y="101671"/>
                  </a:lnTo>
                  <a:lnTo>
                    <a:pt x="772273" y="62652"/>
                  </a:lnTo>
                  <a:lnTo>
                    <a:pt x="770881" y="47738"/>
                  </a:lnTo>
                  <a:close/>
                </a:path>
                <a:path w="772795" h="1364614">
                  <a:moveTo>
                    <a:pt x="698626" y="47738"/>
                  </a:moveTo>
                  <a:lnTo>
                    <a:pt x="673048" y="94453"/>
                  </a:lnTo>
                  <a:lnTo>
                    <a:pt x="687959" y="107047"/>
                  </a:lnTo>
                  <a:lnTo>
                    <a:pt x="706431" y="112775"/>
                  </a:lnTo>
                  <a:lnTo>
                    <a:pt x="732027" y="66026"/>
                  </a:lnTo>
                  <a:lnTo>
                    <a:pt x="698626" y="47738"/>
                  </a:lnTo>
                  <a:close/>
                </a:path>
                <a:path w="772795" h="1364614">
                  <a:moveTo>
                    <a:pt x="721143" y="0"/>
                  </a:moveTo>
                  <a:lnTo>
                    <a:pt x="699309" y="2033"/>
                  </a:lnTo>
                  <a:lnTo>
                    <a:pt x="679832" y="12092"/>
                  </a:lnTo>
                  <a:lnTo>
                    <a:pt x="665226" y="29450"/>
                  </a:lnTo>
                  <a:lnTo>
                    <a:pt x="658508" y="51111"/>
                  </a:lnTo>
                  <a:lnTo>
                    <a:pt x="660542" y="72915"/>
                  </a:lnTo>
                  <a:lnTo>
                    <a:pt x="670601" y="92386"/>
                  </a:lnTo>
                  <a:lnTo>
                    <a:pt x="673048" y="94453"/>
                  </a:lnTo>
                  <a:lnTo>
                    <a:pt x="698626" y="47738"/>
                  </a:lnTo>
                  <a:lnTo>
                    <a:pt x="770881" y="47738"/>
                  </a:lnTo>
                  <a:lnTo>
                    <a:pt x="770239" y="40848"/>
                  </a:lnTo>
                  <a:lnTo>
                    <a:pt x="760180" y="21377"/>
                  </a:lnTo>
                  <a:lnTo>
                    <a:pt x="742823" y="6717"/>
                  </a:lnTo>
                  <a:lnTo>
                    <a:pt x="721143" y="0"/>
                  </a:lnTo>
                  <a:close/>
                </a:path>
                <a:path w="772795" h="1364614">
                  <a:moveTo>
                    <a:pt x="625475" y="181469"/>
                  </a:moveTo>
                  <a:lnTo>
                    <a:pt x="570611" y="281672"/>
                  </a:lnTo>
                  <a:lnTo>
                    <a:pt x="604012" y="299960"/>
                  </a:lnTo>
                  <a:lnTo>
                    <a:pt x="658876" y="199757"/>
                  </a:lnTo>
                  <a:lnTo>
                    <a:pt x="625475" y="181469"/>
                  </a:lnTo>
                  <a:close/>
                </a:path>
                <a:path w="772795" h="1364614">
                  <a:moveTo>
                    <a:pt x="552323" y="315073"/>
                  </a:moveTo>
                  <a:lnTo>
                    <a:pt x="497459" y="415403"/>
                  </a:lnTo>
                  <a:lnTo>
                    <a:pt x="530860" y="433691"/>
                  </a:lnTo>
                  <a:lnTo>
                    <a:pt x="585724" y="333361"/>
                  </a:lnTo>
                  <a:lnTo>
                    <a:pt x="552323" y="315073"/>
                  </a:lnTo>
                  <a:close/>
                </a:path>
                <a:path w="772795" h="1364614">
                  <a:moveTo>
                    <a:pt x="479171" y="448804"/>
                  </a:moveTo>
                  <a:lnTo>
                    <a:pt x="424306" y="549007"/>
                  </a:lnTo>
                  <a:lnTo>
                    <a:pt x="457707" y="567422"/>
                  </a:lnTo>
                  <a:lnTo>
                    <a:pt x="512572" y="467092"/>
                  </a:lnTo>
                  <a:lnTo>
                    <a:pt x="479171" y="448804"/>
                  </a:lnTo>
                  <a:close/>
                </a:path>
                <a:path w="772795" h="1364614">
                  <a:moveTo>
                    <a:pt x="406019" y="582535"/>
                  </a:moveTo>
                  <a:lnTo>
                    <a:pt x="351154" y="682738"/>
                  </a:lnTo>
                  <a:lnTo>
                    <a:pt x="384555" y="701026"/>
                  </a:lnTo>
                  <a:lnTo>
                    <a:pt x="439420" y="600823"/>
                  </a:lnTo>
                  <a:lnTo>
                    <a:pt x="406019" y="582535"/>
                  </a:lnTo>
                  <a:close/>
                </a:path>
                <a:path w="772795" h="1364614">
                  <a:moveTo>
                    <a:pt x="332867" y="716139"/>
                  </a:moveTo>
                  <a:lnTo>
                    <a:pt x="278002" y="816469"/>
                  </a:lnTo>
                  <a:lnTo>
                    <a:pt x="311403" y="834757"/>
                  </a:lnTo>
                  <a:lnTo>
                    <a:pt x="366268" y="734427"/>
                  </a:lnTo>
                  <a:lnTo>
                    <a:pt x="332867" y="716139"/>
                  </a:lnTo>
                  <a:close/>
                </a:path>
                <a:path w="772795" h="1364614">
                  <a:moveTo>
                    <a:pt x="259715" y="849870"/>
                  </a:moveTo>
                  <a:lnTo>
                    <a:pt x="204850" y="950200"/>
                  </a:lnTo>
                  <a:lnTo>
                    <a:pt x="238251" y="968488"/>
                  </a:lnTo>
                  <a:lnTo>
                    <a:pt x="293116" y="868158"/>
                  </a:lnTo>
                  <a:lnTo>
                    <a:pt x="259715" y="849870"/>
                  </a:lnTo>
                  <a:close/>
                </a:path>
                <a:path w="772795" h="1364614">
                  <a:moveTo>
                    <a:pt x="186563" y="983601"/>
                  </a:moveTo>
                  <a:lnTo>
                    <a:pt x="131699" y="1083804"/>
                  </a:lnTo>
                  <a:lnTo>
                    <a:pt x="165100" y="1102092"/>
                  </a:lnTo>
                  <a:lnTo>
                    <a:pt x="219964" y="1001889"/>
                  </a:lnTo>
                  <a:lnTo>
                    <a:pt x="186563" y="983601"/>
                  </a:lnTo>
                  <a:close/>
                </a:path>
                <a:path w="772795" h="1364614">
                  <a:moveTo>
                    <a:pt x="113284" y="1117205"/>
                  </a:moveTo>
                  <a:lnTo>
                    <a:pt x="58420" y="1217535"/>
                  </a:lnTo>
                  <a:lnTo>
                    <a:pt x="91948" y="1235823"/>
                  </a:lnTo>
                  <a:lnTo>
                    <a:pt x="146812" y="1135493"/>
                  </a:lnTo>
                  <a:lnTo>
                    <a:pt x="113284" y="1117205"/>
                  </a:lnTo>
                  <a:close/>
                </a:path>
                <a:path w="772795" h="1364614">
                  <a:moveTo>
                    <a:pt x="4699" y="1236331"/>
                  </a:moveTo>
                  <a:lnTo>
                    <a:pt x="0" y="1364093"/>
                  </a:lnTo>
                  <a:lnTo>
                    <a:pt x="105028" y="1291195"/>
                  </a:lnTo>
                  <a:lnTo>
                    <a:pt x="102242" y="1289671"/>
                  </a:lnTo>
                  <a:lnTo>
                    <a:pt x="62484" y="1289671"/>
                  </a:lnTo>
                  <a:lnTo>
                    <a:pt x="28955" y="1271383"/>
                  </a:lnTo>
                  <a:lnTo>
                    <a:pt x="38124" y="1254609"/>
                  </a:lnTo>
                  <a:lnTo>
                    <a:pt x="4699" y="1236331"/>
                  </a:lnTo>
                  <a:close/>
                </a:path>
                <a:path w="772795" h="1364614">
                  <a:moveTo>
                    <a:pt x="38124" y="1254609"/>
                  </a:moveTo>
                  <a:lnTo>
                    <a:pt x="28955" y="1271383"/>
                  </a:lnTo>
                  <a:lnTo>
                    <a:pt x="62484" y="1289671"/>
                  </a:lnTo>
                  <a:lnTo>
                    <a:pt x="71632" y="1272932"/>
                  </a:lnTo>
                  <a:lnTo>
                    <a:pt x="38124" y="1254609"/>
                  </a:lnTo>
                  <a:close/>
                </a:path>
                <a:path w="772795" h="1364614">
                  <a:moveTo>
                    <a:pt x="71632" y="1272932"/>
                  </a:moveTo>
                  <a:lnTo>
                    <a:pt x="62484" y="1289671"/>
                  </a:lnTo>
                  <a:lnTo>
                    <a:pt x="102242" y="1289671"/>
                  </a:lnTo>
                  <a:lnTo>
                    <a:pt x="71632" y="1272932"/>
                  </a:lnTo>
                  <a:close/>
                </a:path>
                <a:path w="772795" h="1364614">
                  <a:moveTo>
                    <a:pt x="40131" y="1250936"/>
                  </a:moveTo>
                  <a:lnTo>
                    <a:pt x="38124" y="1254609"/>
                  </a:lnTo>
                  <a:lnTo>
                    <a:pt x="71632" y="1272932"/>
                  </a:lnTo>
                  <a:lnTo>
                    <a:pt x="73660" y="1269224"/>
                  </a:lnTo>
                  <a:lnTo>
                    <a:pt x="40131" y="1250936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62291" y="4967859"/>
              <a:ext cx="2620010" cy="1113790"/>
            </a:xfrm>
            <a:custGeom>
              <a:avLst/>
              <a:gdLst/>
              <a:ahLst/>
              <a:cxnLst/>
              <a:rect l="l" t="t" r="r" b="b"/>
              <a:pathLst>
                <a:path w="2620009" h="1113789">
                  <a:moveTo>
                    <a:pt x="0" y="0"/>
                  </a:moveTo>
                  <a:lnTo>
                    <a:pt x="759078" y="400558"/>
                  </a:lnTo>
                  <a:lnTo>
                    <a:pt x="730497" y="435741"/>
                  </a:lnTo>
                  <a:lnTo>
                    <a:pt x="707395" y="471564"/>
                  </a:lnTo>
                  <a:lnTo>
                    <a:pt x="689726" y="507874"/>
                  </a:lnTo>
                  <a:lnTo>
                    <a:pt x="677441" y="544518"/>
                  </a:lnTo>
                  <a:lnTo>
                    <a:pt x="670494" y="581344"/>
                  </a:lnTo>
                  <a:lnTo>
                    <a:pt x="668835" y="618201"/>
                  </a:lnTo>
                  <a:lnTo>
                    <a:pt x="672418" y="654936"/>
                  </a:lnTo>
                  <a:lnTo>
                    <a:pt x="695120" y="727432"/>
                  </a:lnTo>
                  <a:lnTo>
                    <a:pt x="714142" y="762889"/>
                  </a:lnTo>
                  <a:lnTo>
                    <a:pt x="738216" y="797617"/>
                  </a:lnTo>
                  <a:lnTo>
                    <a:pt x="767294" y="831461"/>
                  </a:lnTo>
                  <a:lnTo>
                    <a:pt x="801327" y="864272"/>
                  </a:lnTo>
                  <a:lnTo>
                    <a:pt x="840269" y="895896"/>
                  </a:lnTo>
                  <a:lnTo>
                    <a:pt x="884072" y="926181"/>
                  </a:lnTo>
                  <a:lnTo>
                    <a:pt x="932687" y="954976"/>
                  </a:lnTo>
                  <a:lnTo>
                    <a:pt x="971669" y="975219"/>
                  </a:lnTo>
                  <a:lnTo>
                    <a:pt x="1012309" y="994090"/>
                  </a:lnTo>
                  <a:lnTo>
                    <a:pt x="1054491" y="1011587"/>
                  </a:lnTo>
                  <a:lnTo>
                    <a:pt x="1098098" y="1027708"/>
                  </a:lnTo>
                  <a:lnTo>
                    <a:pt x="1143016" y="1042450"/>
                  </a:lnTo>
                  <a:lnTo>
                    <a:pt x="1189126" y="1055813"/>
                  </a:lnTo>
                  <a:lnTo>
                    <a:pt x="1236313" y="1067793"/>
                  </a:lnTo>
                  <a:lnTo>
                    <a:pt x="1284461" y="1078390"/>
                  </a:lnTo>
                  <a:lnTo>
                    <a:pt x="1333452" y="1087601"/>
                  </a:lnTo>
                  <a:lnTo>
                    <a:pt x="1383171" y="1095424"/>
                  </a:lnTo>
                  <a:lnTo>
                    <a:pt x="1433501" y="1101858"/>
                  </a:lnTo>
                  <a:lnTo>
                    <a:pt x="1484326" y="1106900"/>
                  </a:lnTo>
                  <a:lnTo>
                    <a:pt x="1535529" y="1110548"/>
                  </a:lnTo>
                  <a:lnTo>
                    <a:pt x="1586994" y="1112801"/>
                  </a:lnTo>
                  <a:lnTo>
                    <a:pt x="1638605" y="1113657"/>
                  </a:lnTo>
                  <a:lnTo>
                    <a:pt x="1690245" y="1113113"/>
                  </a:lnTo>
                  <a:lnTo>
                    <a:pt x="1741798" y="1111168"/>
                  </a:lnTo>
                  <a:lnTo>
                    <a:pt x="1793147" y="1107820"/>
                  </a:lnTo>
                  <a:lnTo>
                    <a:pt x="1844177" y="1103066"/>
                  </a:lnTo>
                  <a:lnTo>
                    <a:pt x="1894770" y="1096906"/>
                  </a:lnTo>
                  <a:lnTo>
                    <a:pt x="1944810" y="1089336"/>
                  </a:lnTo>
                  <a:lnTo>
                    <a:pt x="1994182" y="1080356"/>
                  </a:lnTo>
                  <a:lnTo>
                    <a:pt x="2042768" y="1069962"/>
                  </a:lnTo>
                  <a:lnTo>
                    <a:pt x="2090452" y="1058154"/>
                  </a:lnTo>
                  <a:lnTo>
                    <a:pt x="2137118" y="1044929"/>
                  </a:lnTo>
                  <a:lnTo>
                    <a:pt x="2182649" y="1030286"/>
                  </a:lnTo>
                  <a:lnTo>
                    <a:pt x="2226930" y="1014221"/>
                  </a:lnTo>
                  <a:lnTo>
                    <a:pt x="2269843" y="996735"/>
                  </a:lnTo>
                  <a:lnTo>
                    <a:pt x="2311273" y="977823"/>
                  </a:lnTo>
                  <a:lnTo>
                    <a:pt x="2360409" y="952373"/>
                  </a:lnTo>
                  <a:lnTo>
                    <a:pt x="2405307" y="925590"/>
                  </a:lnTo>
                  <a:lnTo>
                    <a:pt x="2445959" y="897593"/>
                  </a:lnTo>
                  <a:lnTo>
                    <a:pt x="2482357" y="868504"/>
                  </a:lnTo>
                  <a:lnTo>
                    <a:pt x="2514495" y="838442"/>
                  </a:lnTo>
                  <a:lnTo>
                    <a:pt x="2542363" y="807527"/>
                  </a:lnTo>
                  <a:lnTo>
                    <a:pt x="2565955" y="775880"/>
                  </a:lnTo>
                  <a:lnTo>
                    <a:pt x="2600279" y="710869"/>
                  </a:lnTo>
                  <a:lnTo>
                    <a:pt x="2617406" y="644370"/>
                  </a:lnTo>
                  <a:lnTo>
                    <a:pt x="2619501" y="610863"/>
                  </a:lnTo>
                  <a:lnTo>
                    <a:pt x="2617274" y="577345"/>
                  </a:lnTo>
                  <a:lnTo>
                    <a:pt x="2599822" y="510755"/>
                  </a:lnTo>
                  <a:lnTo>
                    <a:pt x="2564990" y="445561"/>
                  </a:lnTo>
                  <a:lnTo>
                    <a:pt x="2541037" y="413788"/>
                  </a:lnTo>
                  <a:lnTo>
                    <a:pt x="2512715" y="382724"/>
                  </a:lnTo>
                  <a:lnTo>
                    <a:pt x="2480018" y="352491"/>
                  </a:lnTo>
                  <a:lnTo>
                    <a:pt x="2442938" y="323207"/>
                  </a:lnTo>
                  <a:lnTo>
                    <a:pt x="2401466" y="294993"/>
                  </a:lnTo>
                  <a:lnTo>
                    <a:pt x="2355596" y="267970"/>
                  </a:lnTo>
                  <a:lnTo>
                    <a:pt x="2316614" y="247727"/>
                  </a:lnTo>
                  <a:lnTo>
                    <a:pt x="2275974" y="228856"/>
                  </a:lnTo>
                  <a:lnTo>
                    <a:pt x="2233792" y="211361"/>
                  </a:lnTo>
                  <a:lnTo>
                    <a:pt x="2190185" y="195242"/>
                  </a:lnTo>
                  <a:lnTo>
                    <a:pt x="2145267" y="180502"/>
                  </a:lnTo>
                  <a:lnTo>
                    <a:pt x="2099157" y="167142"/>
                  </a:lnTo>
                  <a:lnTo>
                    <a:pt x="2051970" y="155164"/>
                  </a:lnTo>
                  <a:lnTo>
                    <a:pt x="2003822" y="144570"/>
                  </a:lnTo>
                  <a:lnTo>
                    <a:pt x="1954831" y="135363"/>
                  </a:lnTo>
                  <a:lnTo>
                    <a:pt x="1905112" y="127544"/>
                  </a:lnTo>
                  <a:lnTo>
                    <a:pt x="1854782" y="121114"/>
                  </a:lnTo>
                  <a:lnTo>
                    <a:pt x="1803957" y="116077"/>
                  </a:lnTo>
                  <a:lnTo>
                    <a:pt x="1752754" y="112433"/>
                  </a:lnTo>
                  <a:lnTo>
                    <a:pt x="1701289" y="110185"/>
                  </a:lnTo>
                  <a:lnTo>
                    <a:pt x="1649678" y="109334"/>
                  </a:lnTo>
                  <a:lnTo>
                    <a:pt x="1598038" y="109883"/>
                  </a:lnTo>
                  <a:lnTo>
                    <a:pt x="1546485" y="111833"/>
                  </a:lnTo>
                  <a:lnTo>
                    <a:pt x="1495136" y="115187"/>
                  </a:lnTo>
                  <a:lnTo>
                    <a:pt x="1444106" y="119945"/>
                  </a:lnTo>
                  <a:lnTo>
                    <a:pt x="1393513" y="126111"/>
                  </a:lnTo>
                  <a:lnTo>
                    <a:pt x="1343473" y="133686"/>
                  </a:lnTo>
                  <a:lnTo>
                    <a:pt x="1294101" y="142672"/>
                  </a:lnTo>
                  <a:lnTo>
                    <a:pt x="1245515" y="153070"/>
                  </a:lnTo>
                  <a:lnTo>
                    <a:pt x="1197831" y="164883"/>
                  </a:lnTo>
                  <a:lnTo>
                    <a:pt x="1151165" y="178113"/>
                  </a:lnTo>
                  <a:lnTo>
                    <a:pt x="1105634" y="192761"/>
                  </a:lnTo>
                  <a:lnTo>
                    <a:pt x="1061353" y="208830"/>
                  </a:lnTo>
                  <a:lnTo>
                    <a:pt x="1018440" y="226321"/>
                  </a:lnTo>
                  <a:lnTo>
                    <a:pt x="977010" y="245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162291" y="4967859"/>
              <a:ext cx="2620010" cy="1113790"/>
            </a:xfrm>
            <a:custGeom>
              <a:avLst/>
              <a:gdLst/>
              <a:ahLst/>
              <a:cxnLst/>
              <a:rect l="l" t="t" r="r" b="b"/>
              <a:pathLst>
                <a:path w="2620009" h="1113789">
                  <a:moveTo>
                    <a:pt x="0" y="0"/>
                  </a:moveTo>
                  <a:lnTo>
                    <a:pt x="977010" y="245237"/>
                  </a:lnTo>
                  <a:lnTo>
                    <a:pt x="1018440" y="226321"/>
                  </a:lnTo>
                  <a:lnTo>
                    <a:pt x="1061353" y="208830"/>
                  </a:lnTo>
                  <a:lnTo>
                    <a:pt x="1105634" y="192761"/>
                  </a:lnTo>
                  <a:lnTo>
                    <a:pt x="1151165" y="178113"/>
                  </a:lnTo>
                  <a:lnTo>
                    <a:pt x="1197831" y="164883"/>
                  </a:lnTo>
                  <a:lnTo>
                    <a:pt x="1245515" y="153070"/>
                  </a:lnTo>
                  <a:lnTo>
                    <a:pt x="1294101" y="142672"/>
                  </a:lnTo>
                  <a:lnTo>
                    <a:pt x="1343473" y="133686"/>
                  </a:lnTo>
                  <a:lnTo>
                    <a:pt x="1393513" y="126111"/>
                  </a:lnTo>
                  <a:lnTo>
                    <a:pt x="1444106" y="119945"/>
                  </a:lnTo>
                  <a:lnTo>
                    <a:pt x="1495136" y="115187"/>
                  </a:lnTo>
                  <a:lnTo>
                    <a:pt x="1546485" y="111833"/>
                  </a:lnTo>
                  <a:lnTo>
                    <a:pt x="1598038" y="109883"/>
                  </a:lnTo>
                  <a:lnTo>
                    <a:pt x="1649678" y="109334"/>
                  </a:lnTo>
                  <a:lnTo>
                    <a:pt x="1701289" y="110185"/>
                  </a:lnTo>
                  <a:lnTo>
                    <a:pt x="1752754" y="112433"/>
                  </a:lnTo>
                  <a:lnTo>
                    <a:pt x="1803957" y="116077"/>
                  </a:lnTo>
                  <a:lnTo>
                    <a:pt x="1854782" y="121114"/>
                  </a:lnTo>
                  <a:lnTo>
                    <a:pt x="1905112" y="127544"/>
                  </a:lnTo>
                  <a:lnTo>
                    <a:pt x="1954831" y="135363"/>
                  </a:lnTo>
                  <a:lnTo>
                    <a:pt x="2003822" y="144570"/>
                  </a:lnTo>
                  <a:lnTo>
                    <a:pt x="2051970" y="155164"/>
                  </a:lnTo>
                  <a:lnTo>
                    <a:pt x="2099157" y="167142"/>
                  </a:lnTo>
                  <a:lnTo>
                    <a:pt x="2145267" y="180502"/>
                  </a:lnTo>
                  <a:lnTo>
                    <a:pt x="2190185" y="195242"/>
                  </a:lnTo>
                  <a:lnTo>
                    <a:pt x="2233792" y="211361"/>
                  </a:lnTo>
                  <a:lnTo>
                    <a:pt x="2275974" y="228856"/>
                  </a:lnTo>
                  <a:lnTo>
                    <a:pt x="2316614" y="247727"/>
                  </a:lnTo>
                  <a:lnTo>
                    <a:pt x="2355596" y="267970"/>
                  </a:lnTo>
                  <a:lnTo>
                    <a:pt x="2401466" y="294993"/>
                  </a:lnTo>
                  <a:lnTo>
                    <a:pt x="2442938" y="323207"/>
                  </a:lnTo>
                  <a:lnTo>
                    <a:pt x="2480018" y="352491"/>
                  </a:lnTo>
                  <a:lnTo>
                    <a:pt x="2512715" y="382724"/>
                  </a:lnTo>
                  <a:lnTo>
                    <a:pt x="2541037" y="413788"/>
                  </a:lnTo>
                  <a:lnTo>
                    <a:pt x="2564990" y="445561"/>
                  </a:lnTo>
                  <a:lnTo>
                    <a:pt x="2599822" y="510755"/>
                  </a:lnTo>
                  <a:lnTo>
                    <a:pt x="2617274" y="577345"/>
                  </a:lnTo>
                  <a:lnTo>
                    <a:pt x="2619501" y="610863"/>
                  </a:lnTo>
                  <a:lnTo>
                    <a:pt x="2617406" y="644370"/>
                  </a:lnTo>
                  <a:lnTo>
                    <a:pt x="2600279" y="710869"/>
                  </a:lnTo>
                  <a:lnTo>
                    <a:pt x="2565955" y="775880"/>
                  </a:lnTo>
                  <a:lnTo>
                    <a:pt x="2542363" y="807527"/>
                  </a:lnTo>
                  <a:lnTo>
                    <a:pt x="2514495" y="838442"/>
                  </a:lnTo>
                  <a:lnTo>
                    <a:pt x="2482357" y="868504"/>
                  </a:lnTo>
                  <a:lnTo>
                    <a:pt x="2445959" y="897593"/>
                  </a:lnTo>
                  <a:lnTo>
                    <a:pt x="2405307" y="925590"/>
                  </a:lnTo>
                  <a:lnTo>
                    <a:pt x="2360409" y="952373"/>
                  </a:lnTo>
                  <a:lnTo>
                    <a:pt x="2311273" y="977823"/>
                  </a:lnTo>
                  <a:lnTo>
                    <a:pt x="2269843" y="996735"/>
                  </a:lnTo>
                  <a:lnTo>
                    <a:pt x="2226930" y="1014221"/>
                  </a:lnTo>
                  <a:lnTo>
                    <a:pt x="2182649" y="1030286"/>
                  </a:lnTo>
                  <a:lnTo>
                    <a:pt x="2137118" y="1044929"/>
                  </a:lnTo>
                  <a:lnTo>
                    <a:pt x="2090452" y="1058154"/>
                  </a:lnTo>
                  <a:lnTo>
                    <a:pt x="2042768" y="1069962"/>
                  </a:lnTo>
                  <a:lnTo>
                    <a:pt x="1994182" y="1080356"/>
                  </a:lnTo>
                  <a:lnTo>
                    <a:pt x="1944810" y="1089336"/>
                  </a:lnTo>
                  <a:lnTo>
                    <a:pt x="1894770" y="1096906"/>
                  </a:lnTo>
                  <a:lnTo>
                    <a:pt x="1844177" y="1103066"/>
                  </a:lnTo>
                  <a:lnTo>
                    <a:pt x="1793147" y="1107820"/>
                  </a:lnTo>
                  <a:lnTo>
                    <a:pt x="1741798" y="1111168"/>
                  </a:lnTo>
                  <a:lnTo>
                    <a:pt x="1690245" y="1113113"/>
                  </a:lnTo>
                  <a:lnTo>
                    <a:pt x="1638605" y="1113657"/>
                  </a:lnTo>
                  <a:lnTo>
                    <a:pt x="1586994" y="1112801"/>
                  </a:lnTo>
                  <a:lnTo>
                    <a:pt x="1535529" y="1110548"/>
                  </a:lnTo>
                  <a:lnTo>
                    <a:pt x="1484326" y="1106900"/>
                  </a:lnTo>
                  <a:lnTo>
                    <a:pt x="1433501" y="1101858"/>
                  </a:lnTo>
                  <a:lnTo>
                    <a:pt x="1383171" y="1095424"/>
                  </a:lnTo>
                  <a:lnTo>
                    <a:pt x="1333452" y="1087601"/>
                  </a:lnTo>
                  <a:lnTo>
                    <a:pt x="1284461" y="1078390"/>
                  </a:lnTo>
                  <a:lnTo>
                    <a:pt x="1236313" y="1067793"/>
                  </a:lnTo>
                  <a:lnTo>
                    <a:pt x="1189126" y="1055813"/>
                  </a:lnTo>
                  <a:lnTo>
                    <a:pt x="1143016" y="1042450"/>
                  </a:lnTo>
                  <a:lnTo>
                    <a:pt x="1098098" y="1027708"/>
                  </a:lnTo>
                  <a:lnTo>
                    <a:pt x="1054491" y="1011587"/>
                  </a:lnTo>
                  <a:lnTo>
                    <a:pt x="1012309" y="994090"/>
                  </a:lnTo>
                  <a:lnTo>
                    <a:pt x="971669" y="975219"/>
                  </a:lnTo>
                  <a:lnTo>
                    <a:pt x="932687" y="954976"/>
                  </a:lnTo>
                  <a:lnTo>
                    <a:pt x="884072" y="926181"/>
                  </a:lnTo>
                  <a:lnTo>
                    <a:pt x="840269" y="895896"/>
                  </a:lnTo>
                  <a:lnTo>
                    <a:pt x="801327" y="864272"/>
                  </a:lnTo>
                  <a:lnTo>
                    <a:pt x="767294" y="831461"/>
                  </a:lnTo>
                  <a:lnTo>
                    <a:pt x="738216" y="797617"/>
                  </a:lnTo>
                  <a:lnTo>
                    <a:pt x="714142" y="762889"/>
                  </a:lnTo>
                  <a:lnTo>
                    <a:pt x="695120" y="727432"/>
                  </a:lnTo>
                  <a:lnTo>
                    <a:pt x="681196" y="691397"/>
                  </a:lnTo>
                  <a:lnTo>
                    <a:pt x="668835" y="618201"/>
                  </a:lnTo>
                  <a:lnTo>
                    <a:pt x="670494" y="581344"/>
                  </a:lnTo>
                  <a:lnTo>
                    <a:pt x="689726" y="507874"/>
                  </a:lnTo>
                  <a:lnTo>
                    <a:pt x="707395" y="471564"/>
                  </a:lnTo>
                  <a:lnTo>
                    <a:pt x="730497" y="435741"/>
                  </a:lnTo>
                  <a:lnTo>
                    <a:pt x="759078" y="40055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8207502" y="5236591"/>
            <a:ext cx="119888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5080" indent="-12700" algn="just">
              <a:lnSpc>
                <a:spcPct val="100000"/>
              </a:lnSpc>
              <a:spcBef>
                <a:spcPts val="100"/>
              </a:spcBef>
            </a:pPr>
            <a:r>
              <a:rPr sz="1400" spc="-80" dirty="0">
                <a:solidFill>
                  <a:srgbClr val="FFFFFF"/>
                </a:solidFill>
                <a:latin typeface="Malgun Gothic"/>
                <a:cs typeface="Malgun Gothic"/>
              </a:rPr>
              <a:t>파일</a:t>
            </a:r>
            <a:r>
              <a:rPr sz="1400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이동시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UI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Rebuilding</a:t>
            </a:r>
            <a:r>
              <a:rPr sz="1400" spc="-10" dirty="0">
                <a:solidFill>
                  <a:srgbClr val="FFFFFF"/>
                </a:solidFill>
                <a:latin typeface="Malgun Gothic"/>
                <a:cs typeface="Malgun Gothic"/>
              </a:rPr>
              <a:t>으로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인한</a:t>
            </a:r>
            <a:r>
              <a:rPr sz="1400" spc="-19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성능</a:t>
            </a:r>
            <a:r>
              <a:rPr sz="1400" spc="-18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부하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592568" y="4930140"/>
            <a:ext cx="634365" cy="658495"/>
            <a:chOff x="7592568" y="4930140"/>
            <a:chExt cx="634365" cy="658495"/>
          </a:xfrm>
        </p:grpSpPr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92568" y="4930140"/>
              <a:ext cx="633996" cy="65839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624572" y="4962144"/>
              <a:ext cx="520065" cy="544195"/>
            </a:xfrm>
            <a:custGeom>
              <a:avLst/>
              <a:gdLst/>
              <a:ahLst/>
              <a:cxnLst/>
              <a:rect l="l" t="t" r="r" b="b"/>
              <a:pathLst>
                <a:path w="520065" h="544195">
                  <a:moveTo>
                    <a:pt x="259842" y="0"/>
                  </a:moveTo>
                  <a:lnTo>
                    <a:pt x="213134" y="4382"/>
                  </a:lnTo>
                  <a:lnTo>
                    <a:pt x="169173" y="17019"/>
                  </a:lnTo>
                  <a:lnTo>
                    <a:pt x="128693" y="37140"/>
                  </a:lnTo>
                  <a:lnTo>
                    <a:pt x="92427" y="63978"/>
                  </a:lnTo>
                  <a:lnTo>
                    <a:pt x="61110" y="96765"/>
                  </a:lnTo>
                  <a:lnTo>
                    <a:pt x="35475" y="134732"/>
                  </a:lnTo>
                  <a:lnTo>
                    <a:pt x="16255" y="177112"/>
                  </a:lnTo>
                  <a:lnTo>
                    <a:pt x="4186" y="223135"/>
                  </a:lnTo>
                  <a:lnTo>
                    <a:pt x="0" y="272033"/>
                  </a:lnTo>
                  <a:lnTo>
                    <a:pt x="4186" y="320932"/>
                  </a:lnTo>
                  <a:lnTo>
                    <a:pt x="16255" y="366955"/>
                  </a:lnTo>
                  <a:lnTo>
                    <a:pt x="35475" y="409335"/>
                  </a:lnTo>
                  <a:lnTo>
                    <a:pt x="61110" y="447302"/>
                  </a:lnTo>
                  <a:lnTo>
                    <a:pt x="92427" y="480089"/>
                  </a:lnTo>
                  <a:lnTo>
                    <a:pt x="128693" y="506927"/>
                  </a:lnTo>
                  <a:lnTo>
                    <a:pt x="169173" y="527048"/>
                  </a:lnTo>
                  <a:lnTo>
                    <a:pt x="213134" y="539685"/>
                  </a:lnTo>
                  <a:lnTo>
                    <a:pt x="259842" y="544067"/>
                  </a:lnTo>
                  <a:lnTo>
                    <a:pt x="306549" y="539685"/>
                  </a:lnTo>
                  <a:lnTo>
                    <a:pt x="350510" y="527048"/>
                  </a:lnTo>
                  <a:lnTo>
                    <a:pt x="390990" y="506927"/>
                  </a:lnTo>
                  <a:lnTo>
                    <a:pt x="427256" y="480089"/>
                  </a:lnTo>
                  <a:lnTo>
                    <a:pt x="458573" y="447302"/>
                  </a:lnTo>
                  <a:lnTo>
                    <a:pt x="459007" y="446658"/>
                  </a:lnTo>
                  <a:lnTo>
                    <a:pt x="261080" y="446658"/>
                  </a:lnTo>
                  <a:lnTo>
                    <a:pt x="220900" y="441559"/>
                  </a:lnTo>
                  <a:lnTo>
                    <a:pt x="182625" y="425576"/>
                  </a:lnTo>
                  <a:lnTo>
                    <a:pt x="147370" y="398023"/>
                  </a:lnTo>
                  <a:lnTo>
                    <a:pt x="121012" y="362711"/>
                  </a:lnTo>
                  <a:lnTo>
                    <a:pt x="104171" y="321897"/>
                  </a:lnTo>
                  <a:lnTo>
                    <a:pt x="97470" y="277833"/>
                  </a:lnTo>
                  <a:lnTo>
                    <a:pt x="101528" y="232775"/>
                  </a:lnTo>
                  <a:lnTo>
                    <a:pt x="116967" y="188975"/>
                  </a:lnTo>
                  <a:lnTo>
                    <a:pt x="245744" y="188975"/>
                  </a:lnTo>
                  <a:lnTo>
                    <a:pt x="180339" y="119760"/>
                  </a:lnTo>
                  <a:lnTo>
                    <a:pt x="218471" y="103167"/>
                  </a:lnTo>
                  <a:lnTo>
                    <a:pt x="258603" y="97408"/>
                  </a:lnTo>
                  <a:lnTo>
                    <a:pt x="459007" y="97408"/>
                  </a:lnTo>
                  <a:lnTo>
                    <a:pt x="458573" y="96765"/>
                  </a:lnTo>
                  <a:lnTo>
                    <a:pt x="427256" y="63978"/>
                  </a:lnTo>
                  <a:lnTo>
                    <a:pt x="390990" y="37140"/>
                  </a:lnTo>
                  <a:lnTo>
                    <a:pt x="350510" y="17019"/>
                  </a:lnTo>
                  <a:lnTo>
                    <a:pt x="306549" y="4382"/>
                  </a:lnTo>
                  <a:lnTo>
                    <a:pt x="259842" y="0"/>
                  </a:lnTo>
                  <a:close/>
                </a:path>
                <a:path w="520065" h="544195">
                  <a:moveTo>
                    <a:pt x="245744" y="188975"/>
                  </a:moveTo>
                  <a:lnTo>
                    <a:pt x="116967" y="188975"/>
                  </a:lnTo>
                  <a:lnTo>
                    <a:pt x="339344" y="424306"/>
                  </a:lnTo>
                  <a:lnTo>
                    <a:pt x="301212" y="440900"/>
                  </a:lnTo>
                  <a:lnTo>
                    <a:pt x="261080" y="446658"/>
                  </a:lnTo>
                  <a:lnTo>
                    <a:pt x="459007" y="446658"/>
                  </a:lnTo>
                  <a:lnTo>
                    <a:pt x="484208" y="409335"/>
                  </a:lnTo>
                  <a:lnTo>
                    <a:pt x="503427" y="366955"/>
                  </a:lnTo>
                  <a:lnTo>
                    <a:pt x="506539" y="355091"/>
                  </a:lnTo>
                  <a:lnTo>
                    <a:pt x="402717" y="355091"/>
                  </a:lnTo>
                  <a:lnTo>
                    <a:pt x="245744" y="188975"/>
                  </a:lnTo>
                  <a:close/>
                </a:path>
                <a:path w="520065" h="544195">
                  <a:moveTo>
                    <a:pt x="459007" y="97408"/>
                  </a:moveTo>
                  <a:lnTo>
                    <a:pt x="258603" y="97408"/>
                  </a:lnTo>
                  <a:lnTo>
                    <a:pt x="298783" y="102508"/>
                  </a:lnTo>
                  <a:lnTo>
                    <a:pt x="337057" y="118490"/>
                  </a:lnTo>
                  <a:lnTo>
                    <a:pt x="372313" y="146044"/>
                  </a:lnTo>
                  <a:lnTo>
                    <a:pt x="398671" y="181355"/>
                  </a:lnTo>
                  <a:lnTo>
                    <a:pt x="415512" y="222170"/>
                  </a:lnTo>
                  <a:lnTo>
                    <a:pt x="422213" y="266234"/>
                  </a:lnTo>
                  <a:lnTo>
                    <a:pt x="418155" y="311292"/>
                  </a:lnTo>
                  <a:lnTo>
                    <a:pt x="402717" y="355091"/>
                  </a:lnTo>
                  <a:lnTo>
                    <a:pt x="506539" y="355091"/>
                  </a:lnTo>
                  <a:lnTo>
                    <a:pt x="515497" y="320932"/>
                  </a:lnTo>
                  <a:lnTo>
                    <a:pt x="519683" y="272033"/>
                  </a:lnTo>
                  <a:lnTo>
                    <a:pt x="515497" y="223135"/>
                  </a:lnTo>
                  <a:lnTo>
                    <a:pt x="503427" y="177112"/>
                  </a:lnTo>
                  <a:lnTo>
                    <a:pt x="484208" y="134732"/>
                  </a:lnTo>
                  <a:lnTo>
                    <a:pt x="459007" y="9740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624572" y="4962144"/>
              <a:ext cx="520065" cy="544195"/>
            </a:xfrm>
            <a:custGeom>
              <a:avLst/>
              <a:gdLst/>
              <a:ahLst/>
              <a:cxnLst/>
              <a:rect l="l" t="t" r="r" b="b"/>
              <a:pathLst>
                <a:path w="520065" h="544195">
                  <a:moveTo>
                    <a:pt x="0" y="272033"/>
                  </a:moveTo>
                  <a:lnTo>
                    <a:pt x="4186" y="223135"/>
                  </a:lnTo>
                  <a:lnTo>
                    <a:pt x="16255" y="177112"/>
                  </a:lnTo>
                  <a:lnTo>
                    <a:pt x="35475" y="134732"/>
                  </a:lnTo>
                  <a:lnTo>
                    <a:pt x="61110" y="96765"/>
                  </a:lnTo>
                  <a:lnTo>
                    <a:pt x="92427" y="63978"/>
                  </a:lnTo>
                  <a:lnTo>
                    <a:pt x="128693" y="37140"/>
                  </a:lnTo>
                  <a:lnTo>
                    <a:pt x="169173" y="17019"/>
                  </a:lnTo>
                  <a:lnTo>
                    <a:pt x="213134" y="4382"/>
                  </a:lnTo>
                  <a:lnTo>
                    <a:pt x="259842" y="0"/>
                  </a:lnTo>
                  <a:lnTo>
                    <a:pt x="306549" y="4382"/>
                  </a:lnTo>
                  <a:lnTo>
                    <a:pt x="350510" y="17019"/>
                  </a:lnTo>
                  <a:lnTo>
                    <a:pt x="390990" y="37140"/>
                  </a:lnTo>
                  <a:lnTo>
                    <a:pt x="427256" y="63978"/>
                  </a:lnTo>
                  <a:lnTo>
                    <a:pt x="458573" y="96765"/>
                  </a:lnTo>
                  <a:lnTo>
                    <a:pt x="484208" y="134732"/>
                  </a:lnTo>
                  <a:lnTo>
                    <a:pt x="503427" y="177112"/>
                  </a:lnTo>
                  <a:lnTo>
                    <a:pt x="515497" y="223135"/>
                  </a:lnTo>
                  <a:lnTo>
                    <a:pt x="519683" y="272033"/>
                  </a:lnTo>
                  <a:lnTo>
                    <a:pt x="515497" y="320932"/>
                  </a:lnTo>
                  <a:lnTo>
                    <a:pt x="503427" y="366955"/>
                  </a:lnTo>
                  <a:lnTo>
                    <a:pt x="484208" y="409335"/>
                  </a:lnTo>
                  <a:lnTo>
                    <a:pt x="458573" y="447302"/>
                  </a:lnTo>
                  <a:lnTo>
                    <a:pt x="427256" y="480089"/>
                  </a:lnTo>
                  <a:lnTo>
                    <a:pt x="390990" y="506927"/>
                  </a:lnTo>
                  <a:lnTo>
                    <a:pt x="350510" y="527048"/>
                  </a:lnTo>
                  <a:lnTo>
                    <a:pt x="306549" y="539685"/>
                  </a:lnTo>
                  <a:lnTo>
                    <a:pt x="259842" y="544067"/>
                  </a:lnTo>
                  <a:lnTo>
                    <a:pt x="213134" y="539685"/>
                  </a:lnTo>
                  <a:lnTo>
                    <a:pt x="169173" y="527048"/>
                  </a:lnTo>
                  <a:lnTo>
                    <a:pt x="128693" y="506927"/>
                  </a:lnTo>
                  <a:lnTo>
                    <a:pt x="92427" y="480089"/>
                  </a:lnTo>
                  <a:lnTo>
                    <a:pt x="61110" y="447302"/>
                  </a:lnTo>
                  <a:lnTo>
                    <a:pt x="35475" y="409335"/>
                  </a:lnTo>
                  <a:lnTo>
                    <a:pt x="16255" y="366955"/>
                  </a:lnTo>
                  <a:lnTo>
                    <a:pt x="4186" y="320932"/>
                  </a:lnTo>
                  <a:lnTo>
                    <a:pt x="0" y="272033"/>
                  </a:lnTo>
                  <a:close/>
                </a:path>
                <a:path w="520065" h="544195">
                  <a:moveTo>
                    <a:pt x="402717" y="355091"/>
                  </a:moveTo>
                  <a:lnTo>
                    <a:pt x="418155" y="311292"/>
                  </a:lnTo>
                  <a:lnTo>
                    <a:pt x="422213" y="266234"/>
                  </a:lnTo>
                  <a:lnTo>
                    <a:pt x="415512" y="222170"/>
                  </a:lnTo>
                  <a:lnTo>
                    <a:pt x="398671" y="181355"/>
                  </a:lnTo>
                  <a:lnTo>
                    <a:pt x="372313" y="146044"/>
                  </a:lnTo>
                  <a:lnTo>
                    <a:pt x="337057" y="118490"/>
                  </a:lnTo>
                  <a:lnTo>
                    <a:pt x="298783" y="102508"/>
                  </a:lnTo>
                  <a:lnTo>
                    <a:pt x="258603" y="97408"/>
                  </a:lnTo>
                  <a:lnTo>
                    <a:pt x="218471" y="103167"/>
                  </a:lnTo>
                  <a:lnTo>
                    <a:pt x="180339" y="119760"/>
                  </a:lnTo>
                  <a:lnTo>
                    <a:pt x="402717" y="355091"/>
                  </a:lnTo>
                  <a:close/>
                </a:path>
                <a:path w="520065" h="544195">
                  <a:moveTo>
                    <a:pt x="116967" y="188975"/>
                  </a:moveTo>
                  <a:lnTo>
                    <a:pt x="101528" y="232775"/>
                  </a:lnTo>
                  <a:lnTo>
                    <a:pt x="97470" y="277833"/>
                  </a:lnTo>
                  <a:lnTo>
                    <a:pt x="104171" y="321897"/>
                  </a:lnTo>
                  <a:lnTo>
                    <a:pt x="121012" y="362711"/>
                  </a:lnTo>
                  <a:lnTo>
                    <a:pt x="147370" y="398023"/>
                  </a:lnTo>
                  <a:lnTo>
                    <a:pt x="182625" y="425576"/>
                  </a:lnTo>
                  <a:lnTo>
                    <a:pt x="220900" y="441559"/>
                  </a:lnTo>
                  <a:lnTo>
                    <a:pt x="261080" y="446658"/>
                  </a:lnTo>
                  <a:lnTo>
                    <a:pt x="301212" y="440900"/>
                  </a:lnTo>
                  <a:lnTo>
                    <a:pt x="339344" y="424306"/>
                  </a:lnTo>
                  <a:lnTo>
                    <a:pt x="116967" y="1889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225702" y="6571850"/>
            <a:ext cx="1365098" cy="16158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altLang="ko-KR" sz="900" b="1" dirty="0">
                <a:solidFill>
                  <a:schemeClr val="tx1"/>
                </a:solidFill>
                <a:latin typeface="Arial"/>
                <a:cs typeface="Arial"/>
              </a:rPr>
              <a:t>File</a:t>
            </a:r>
            <a:r>
              <a:rPr lang="en-US" altLang="ko-KR" sz="900" b="1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Arial"/>
                <a:cs typeface="Arial"/>
              </a:rPr>
              <a:t>Tower</a:t>
            </a:r>
            <a:r>
              <a:rPr lang="en-US" altLang="ko-KR" sz="9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ko-KR" sz="900" b="1" spc="-10" dirty="0">
                <a:solidFill>
                  <a:schemeClr val="tx1"/>
                </a:solidFill>
                <a:latin typeface="Arial"/>
                <a:cs typeface="Arial"/>
              </a:rPr>
              <a:t>Defence</a:t>
            </a:r>
            <a:r>
              <a:rPr sz="900" b="1" spc="-10" dirty="0">
                <a:solidFill>
                  <a:schemeClr val="tx1"/>
                </a:solidFill>
                <a:latin typeface="Arial"/>
                <a:cs typeface="Arial"/>
              </a:rPr>
              <a:t>.exe</a:t>
            </a:r>
            <a:endParaRPr sz="9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113134" y="6586010"/>
            <a:ext cx="56451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10:00</a:t>
            </a:r>
            <a:r>
              <a:rPr sz="1000" spc="-25" dirty="0">
                <a:latin typeface="Arial"/>
                <a:cs typeface="Arial"/>
              </a:rPr>
              <a:t> AM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6950" y="100563"/>
            <a:ext cx="11806450" cy="6103287"/>
          </a:xfrm>
          <a:custGeom>
            <a:avLst/>
            <a:gdLst/>
            <a:ahLst/>
            <a:cxnLst/>
            <a:rect l="l" t="t" r="r" b="b"/>
            <a:pathLst>
              <a:path w="11771630" h="6083935">
                <a:moveTo>
                  <a:pt x="11771376" y="0"/>
                </a:moveTo>
                <a:lnTo>
                  <a:pt x="0" y="0"/>
                </a:lnTo>
                <a:lnTo>
                  <a:pt x="0" y="6083808"/>
                </a:lnTo>
                <a:lnTo>
                  <a:pt x="11771376" y="6083808"/>
                </a:lnTo>
                <a:lnTo>
                  <a:pt x="11771376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56950" y="100563"/>
            <a:ext cx="11806450" cy="6103287"/>
          </a:xfrm>
          <a:custGeom>
            <a:avLst/>
            <a:gdLst/>
            <a:ahLst/>
            <a:cxnLst/>
            <a:rect l="l" t="t" r="r" b="b"/>
            <a:pathLst>
              <a:path w="11771630" h="6083935">
                <a:moveTo>
                  <a:pt x="0" y="6083808"/>
                </a:moveTo>
                <a:lnTo>
                  <a:pt x="11771376" y="6083808"/>
                </a:lnTo>
                <a:lnTo>
                  <a:pt x="11771376" y="0"/>
                </a:lnTo>
                <a:lnTo>
                  <a:pt x="0" y="0"/>
                </a:lnTo>
                <a:lnTo>
                  <a:pt x="0" y="6083808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7585" y="119674"/>
            <a:ext cx="11761869" cy="286022"/>
          </a:xfrm>
          <a:custGeom>
            <a:avLst/>
            <a:gdLst/>
            <a:ahLst/>
            <a:cxnLst/>
            <a:rect l="l" t="t" r="r" b="b"/>
            <a:pathLst>
              <a:path w="11727180" h="285115">
                <a:moveTo>
                  <a:pt x="11727180" y="0"/>
                </a:moveTo>
                <a:lnTo>
                  <a:pt x="0" y="0"/>
                </a:lnTo>
                <a:lnTo>
                  <a:pt x="0" y="284988"/>
                </a:lnTo>
                <a:lnTo>
                  <a:pt x="11727180" y="284988"/>
                </a:lnTo>
                <a:lnTo>
                  <a:pt x="11727180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6546" y="507235"/>
            <a:ext cx="11538961" cy="5595582"/>
          </a:xfrm>
          <a:custGeom>
            <a:avLst/>
            <a:gdLst/>
            <a:ahLst/>
            <a:cxnLst/>
            <a:rect l="l" t="t" r="r" b="b"/>
            <a:pathLst>
              <a:path w="11504930" h="5577840">
                <a:moveTo>
                  <a:pt x="11504676" y="0"/>
                </a:moveTo>
                <a:lnTo>
                  <a:pt x="0" y="0"/>
                </a:lnTo>
                <a:lnTo>
                  <a:pt x="0" y="5577840"/>
                </a:lnTo>
                <a:lnTo>
                  <a:pt x="11504676" y="5577840"/>
                </a:lnTo>
                <a:lnTo>
                  <a:pt x="115046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89929" y="507235"/>
            <a:ext cx="11538961" cy="5595582"/>
          </a:xfrm>
          <a:custGeom>
            <a:avLst/>
            <a:gdLst/>
            <a:ahLst/>
            <a:cxnLst/>
            <a:rect l="l" t="t" r="r" b="b"/>
            <a:pathLst>
              <a:path w="11504930" h="5577840">
                <a:moveTo>
                  <a:pt x="0" y="5577840"/>
                </a:moveTo>
                <a:lnTo>
                  <a:pt x="11504676" y="5577840"/>
                </a:lnTo>
                <a:lnTo>
                  <a:pt x="11504676" y="0"/>
                </a:lnTo>
                <a:lnTo>
                  <a:pt x="0" y="0"/>
                </a:lnTo>
                <a:lnTo>
                  <a:pt x="0" y="5577840"/>
                </a:lnTo>
                <a:close/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49035" y="150252"/>
            <a:ext cx="246472" cy="223594"/>
          </a:xfrm>
          <a:custGeom>
            <a:avLst/>
            <a:gdLst/>
            <a:ahLst/>
            <a:cxnLst/>
            <a:rect l="l" t="t" r="r" b="b"/>
            <a:pathLst>
              <a:path w="245745" h="222885">
                <a:moveTo>
                  <a:pt x="245364" y="0"/>
                </a:moveTo>
                <a:lnTo>
                  <a:pt x="0" y="0"/>
                </a:lnTo>
                <a:lnTo>
                  <a:pt x="0" y="222503"/>
                </a:lnTo>
                <a:lnTo>
                  <a:pt x="245364" y="222503"/>
                </a:lnTo>
                <a:lnTo>
                  <a:pt x="24536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49035" y="150252"/>
            <a:ext cx="246472" cy="223594"/>
          </a:xfrm>
          <a:custGeom>
            <a:avLst/>
            <a:gdLst/>
            <a:ahLst/>
            <a:cxnLst/>
            <a:rect l="l" t="t" r="r" b="b"/>
            <a:pathLst>
              <a:path w="245745" h="222885">
                <a:moveTo>
                  <a:pt x="0" y="222503"/>
                </a:moveTo>
                <a:lnTo>
                  <a:pt x="245364" y="222503"/>
                </a:lnTo>
                <a:lnTo>
                  <a:pt x="245364" y="0"/>
                </a:lnTo>
                <a:lnTo>
                  <a:pt x="0" y="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6659" y="176276"/>
            <a:ext cx="142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Tower</a:t>
            </a:r>
            <a:r>
              <a:rPr sz="1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Defence.exe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30990" y="183260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525780" y="716280"/>
            <a:ext cx="11105515" cy="50800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88265" rIns="0" bIns="0" rtlCol="0">
            <a:spAutoFit/>
          </a:bodyPr>
          <a:lstStyle/>
          <a:p>
            <a:pPr marL="445134" algn="ctr">
              <a:lnSpc>
                <a:spcPct val="100000"/>
              </a:lnSpc>
              <a:spcBef>
                <a:spcPts val="695"/>
              </a:spcBef>
            </a:pPr>
            <a:r>
              <a:rPr sz="2000" i="0" dirty="0">
                <a:latin typeface="Calibri"/>
                <a:cs typeface="Calibri"/>
              </a:rPr>
              <a:t>Grid</a:t>
            </a:r>
            <a:r>
              <a:rPr sz="2000" i="0" spc="-5" dirty="0">
                <a:latin typeface="Calibri"/>
                <a:cs typeface="Calibri"/>
              </a:rPr>
              <a:t> </a:t>
            </a:r>
            <a:r>
              <a:rPr sz="2000" i="0" spc="-10" dirty="0">
                <a:cs typeface="Malgun Gothic"/>
              </a:rPr>
              <a:t>방식의</a:t>
            </a:r>
            <a:r>
              <a:rPr sz="2000" i="0" spc="-245" dirty="0">
                <a:cs typeface="Malgun Gothic"/>
              </a:rPr>
              <a:t> </a:t>
            </a:r>
            <a:r>
              <a:rPr sz="2000" i="0" spc="-10" dirty="0">
                <a:cs typeface="Malgun Gothic"/>
              </a:rPr>
              <a:t>오브젝트</a:t>
            </a:r>
            <a:r>
              <a:rPr sz="2000" i="0" spc="-265" dirty="0">
                <a:cs typeface="Malgun Gothic"/>
              </a:rPr>
              <a:t> </a:t>
            </a:r>
            <a:r>
              <a:rPr sz="2000" i="0" spc="-10" dirty="0">
                <a:cs typeface="Malgun Gothic"/>
              </a:rPr>
              <a:t>구조</a:t>
            </a:r>
            <a:r>
              <a:rPr sz="2000" i="0" spc="-250" dirty="0">
                <a:cs typeface="Malgun Gothic"/>
              </a:rPr>
              <a:t> </a:t>
            </a:r>
            <a:r>
              <a:rPr sz="2000" i="0" spc="-10" dirty="0">
                <a:cs typeface="Malgun Gothic"/>
              </a:rPr>
              <a:t>변환</a:t>
            </a:r>
            <a:r>
              <a:rPr sz="2000" i="0" spc="-250" dirty="0">
                <a:cs typeface="Malgun Gothic"/>
              </a:rPr>
              <a:t> </a:t>
            </a:r>
            <a:r>
              <a:rPr sz="2000" i="0" spc="-25" dirty="0">
                <a:cs typeface="Malgun Gothic"/>
              </a:rPr>
              <a:t>설계</a:t>
            </a:r>
            <a:endParaRPr sz="2000"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6476999"/>
            <a:ext cx="12192000" cy="381000"/>
            <a:chOff x="0" y="6476999"/>
            <a:chExt cx="12192000" cy="381000"/>
          </a:xfrm>
        </p:grpSpPr>
        <p:sp>
          <p:nvSpPr>
            <p:cNvPr id="15" name="object 15"/>
            <p:cNvSpPr/>
            <p:nvPr/>
          </p:nvSpPr>
          <p:spPr>
            <a:xfrm>
              <a:off x="0" y="6476999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121920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12192000" y="3809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6476999"/>
              <a:ext cx="12192000" cy="18415"/>
            </a:xfrm>
            <a:custGeom>
              <a:avLst/>
              <a:gdLst/>
              <a:ahLst/>
              <a:cxnLst/>
              <a:rect l="l" t="t" r="r" b="b"/>
              <a:pathLst>
                <a:path w="12192000" h="18414">
                  <a:moveTo>
                    <a:pt x="121920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2192000" y="182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861" y="6515860"/>
              <a:ext cx="858519" cy="304800"/>
            </a:xfrm>
            <a:custGeom>
              <a:avLst/>
              <a:gdLst/>
              <a:ahLst/>
              <a:cxnLst/>
              <a:rect l="l" t="t" r="r" b="b"/>
              <a:pathLst>
                <a:path w="858519" h="304800">
                  <a:moveTo>
                    <a:pt x="0" y="304800"/>
                  </a:moveTo>
                  <a:lnTo>
                    <a:pt x="858012" y="304800"/>
                  </a:lnTo>
                  <a:lnTo>
                    <a:pt x="858012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714500" y="3048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3261" y="6515860"/>
              <a:ext cx="11143615" cy="304800"/>
            </a:xfrm>
            <a:custGeom>
              <a:avLst/>
              <a:gdLst/>
              <a:ahLst/>
              <a:cxnLst/>
              <a:rect l="l" t="t" r="r" b="b"/>
              <a:pathLst>
                <a:path w="11143615" h="304800">
                  <a:moveTo>
                    <a:pt x="0" y="304800"/>
                  </a:moveTo>
                  <a:lnTo>
                    <a:pt x="1714500" y="304800"/>
                  </a:lnTo>
                  <a:lnTo>
                    <a:pt x="17145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  <a:path w="11143615" h="304800">
                  <a:moveTo>
                    <a:pt x="9525000" y="286512"/>
                  </a:moveTo>
                  <a:lnTo>
                    <a:pt x="11143488" y="286512"/>
                  </a:lnTo>
                  <a:lnTo>
                    <a:pt x="11143488" y="19812"/>
                  </a:lnTo>
                  <a:lnTo>
                    <a:pt x="9525000" y="19812"/>
                  </a:lnTo>
                  <a:lnTo>
                    <a:pt x="9525000" y="286512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gen-dedup-b7042822c590cf1066a472ff1b5b8f45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25" y="6591298"/>
              <a:ext cx="133350" cy="152398"/>
            </a:xfrm>
            <a:prstGeom prst="rect">
              <a:avLst/>
            </a:prstGeom>
          </p:spPr>
        </p:pic>
        <p:pic>
          <p:nvPicPr>
            <p:cNvPr id="21" name="object 21" descr="gen-dedup-ba9d3020b28ee88c3f41e8c221d65fea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750" y="6591298"/>
              <a:ext cx="114301" cy="152398"/>
            </a:xfrm>
            <a:prstGeom prst="rect">
              <a:avLst/>
            </a:prstGeom>
          </p:spPr>
        </p:pic>
        <p:pic>
          <p:nvPicPr>
            <p:cNvPr id="22" name="object 22" descr="gen-dedup-7740a029182e5c65b65e33d2aaed94e2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73511" y="6606539"/>
              <a:ext cx="152400" cy="121919"/>
            </a:xfrm>
            <a:prstGeom prst="rect">
              <a:avLst/>
            </a:prstGeom>
          </p:spPr>
        </p:pic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62FA11B3-1141-D633-D612-96DD7A5ABFD6}"/>
              </a:ext>
            </a:extLst>
          </p:cNvPr>
          <p:cNvGrpSpPr/>
          <p:nvPr/>
        </p:nvGrpSpPr>
        <p:grpSpPr>
          <a:xfrm>
            <a:off x="4282352" y="1451458"/>
            <a:ext cx="3358943" cy="2133354"/>
            <a:chOff x="8286674" y="2138484"/>
            <a:chExt cx="2259707" cy="1691007"/>
          </a:xfrm>
        </p:grpSpPr>
        <p:sp>
          <p:nvSpPr>
            <p:cNvPr id="24" name="object 24"/>
            <p:cNvSpPr/>
            <p:nvPr/>
          </p:nvSpPr>
          <p:spPr>
            <a:xfrm>
              <a:off x="8286674" y="2139245"/>
              <a:ext cx="2259197" cy="1690246"/>
            </a:xfrm>
            <a:custGeom>
              <a:avLst/>
              <a:gdLst/>
              <a:ahLst/>
              <a:cxnLst/>
              <a:rect l="l" t="t" r="r" b="b"/>
              <a:pathLst>
                <a:path w="2286000" h="4097020">
                  <a:moveTo>
                    <a:pt x="2286000" y="0"/>
                  </a:moveTo>
                  <a:lnTo>
                    <a:pt x="0" y="0"/>
                  </a:lnTo>
                  <a:lnTo>
                    <a:pt x="0" y="4096512"/>
                  </a:lnTo>
                  <a:lnTo>
                    <a:pt x="2286000" y="4096512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28"/>
            <p:cNvSpPr/>
            <p:nvPr/>
          </p:nvSpPr>
          <p:spPr>
            <a:xfrm>
              <a:off x="8297210" y="2138484"/>
              <a:ext cx="2214880" cy="342900"/>
            </a:xfrm>
            <a:custGeom>
              <a:avLst/>
              <a:gdLst/>
              <a:ahLst/>
              <a:cxnLst/>
              <a:rect l="l" t="t" r="r" b="b"/>
              <a:pathLst>
                <a:path w="2214880" h="342900">
                  <a:moveTo>
                    <a:pt x="2214372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2214372" y="342900"/>
                  </a:lnTo>
                  <a:lnTo>
                    <a:pt x="2214372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 descr="gen-dedup-66fb39db38496a85d21c93a1ae9bd156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93222" y="2225313"/>
              <a:ext cx="188976" cy="169329"/>
            </a:xfrm>
            <a:prstGeom prst="rect">
              <a:avLst/>
            </a:prstGeom>
          </p:spPr>
        </p:pic>
        <p:sp>
          <p:nvSpPr>
            <p:cNvPr id="33" name="object 33"/>
            <p:cNvSpPr txBox="1"/>
            <p:nvPr/>
          </p:nvSpPr>
          <p:spPr>
            <a:xfrm>
              <a:off x="8297211" y="2138484"/>
              <a:ext cx="2249170" cy="260224"/>
            </a:xfrm>
            <a:prstGeom prst="rect">
              <a:avLst/>
            </a:prstGeom>
          </p:spPr>
          <p:txBody>
            <a:bodyPr vert="horz" wrap="square" lIns="0" tIns="81280" rIns="0" bIns="0" rtlCol="0">
              <a:spAutoFit/>
            </a:bodyPr>
            <a:lstStyle/>
            <a:p>
              <a:pPr marL="556260">
                <a:lnSpc>
                  <a:spcPct val="100000"/>
                </a:lnSpc>
                <a:spcBef>
                  <a:spcPts val="640"/>
                </a:spcBef>
              </a:pPr>
              <a:r>
                <a:rPr sz="1600" b="1" spc="-10" dirty="0">
                  <a:solidFill>
                    <a:srgbClr val="FFFFFF"/>
                  </a:solidFill>
                  <a:latin typeface="Arial"/>
                  <a:cs typeface="Arial"/>
                </a:rPr>
                <a:t>FileGridManager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8356709" y="2567452"/>
              <a:ext cx="2092325" cy="1256113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R="5080" algn="just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10" dirty="0" err="1">
                  <a:latin typeface="Malgun Gothic"/>
                  <a:cs typeface="Malgun Gothic"/>
                </a:rPr>
                <a:t>그리드</a:t>
              </a:r>
              <a:r>
                <a:rPr sz="1600" b="1" spc="-90" dirty="0">
                  <a:latin typeface="Malgun Gothic"/>
                  <a:cs typeface="Malgun Gothic"/>
                </a:rPr>
                <a:t> </a:t>
              </a:r>
              <a:r>
                <a:rPr sz="1600" b="1" dirty="0" err="1">
                  <a:latin typeface="Malgun Gothic"/>
                  <a:cs typeface="Malgun Gothic"/>
                </a:rPr>
                <a:t>관리자</a:t>
              </a:r>
              <a:endParaRPr lang="en-US" sz="1600" b="1" dirty="0">
                <a:latin typeface="Arial"/>
                <a:cs typeface="Arial"/>
              </a:endParaRPr>
            </a:p>
            <a:p>
              <a:pPr marR="5080" algn="just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 err="1">
                  <a:latin typeface="Malgun Gothic"/>
                  <a:cs typeface="Malgun Gothic"/>
                </a:rPr>
                <a:t>특정</a:t>
              </a:r>
              <a:r>
                <a:rPr sz="1600" b="1" spc="-90" dirty="0">
                  <a:latin typeface="Malgun Gothic"/>
                  <a:cs typeface="Malgun Gothic"/>
                </a:rPr>
                <a:t> </a:t>
              </a:r>
              <a:r>
                <a:rPr sz="1600" b="1" dirty="0">
                  <a:latin typeface="Malgun Gothic"/>
                  <a:cs typeface="Malgun Gothic"/>
                </a:rPr>
                <a:t>조건이나</a:t>
              </a:r>
              <a:r>
                <a:rPr sz="1600" b="1" dirty="0">
                  <a:latin typeface="Arial"/>
                  <a:cs typeface="Arial"/>
                </a:rPr>
                <a:t>,</a:t>
              </a:r>
              <a:r>
                <a:rPr sz="1600" b="1" spc="-20" dirty="0">
                  <a:latin typeface="Arial"/>
                  <a:cs typeface="Arial"/>
                </a:rPr>
                <a:t> </a:t>
              </a:r>
              <a:r>
                <a:rPr sz="1600" b="1" spc="-10" dirty="0">
                  <a:latin typeface="Malgun Gothic"/>
                  <a:cs typeface="Malgun Gothic"/>
                </a:rPr>
                <a:t>상황에</a:t>
              </a:r>
              <a:r>
                <a:rPr sz="1600" b="1" spc="-75" dirty="0">
                  <a:latin typeface="Malgun Gothic"/>
                  <a:cs typeface="Malgun Gothic"/>
                </a:rPr>
                <a:t> </a:t>
              </a:r>
              <a:r>
                <a:rPr sz="1600" b="1" spc="-10" dirty="0">
                  <a:latin typeface="Malgun Gothic"/>
                  <a:cs typeface="Malgun Gothic"/>
                </a:rPr>
                <a:t>따른</a:t>
              </a:r>
              <a:r>
                <a:rPr sz="1600" b="1" spc="-80" dirty="0">
                  <a:latin typeface="Malgun Gothic"/>
                  <a:cs typeface="Malgun Gothic"/>
                </a:rPr>
                <a:t> </a:t>
              </a:r>
              <a:r>
                <a:rPr sz="1600" b="1" spc="-20" dirty="0">
                  <a:latin typeface="Malgun Gothic"/>
                  <a:cs typeface="Malgun Gothic"/>
                </a:rPr>
                <a:t>그리드를 </a:t>
              </a:r>
              <a:r>
                <a:rPr sz="1600" b="1" dirty="0">
                  <a:latin typeface="Malgun Gothic"/>
                  <a:cs typeface="Malgun Gothic"/>
                </a:rPr>
                <a:t>찾을</a:t>
              </a:r>
              <a:r>
                <a:rPr sz="1600" b="1" spc="-85" dirty="0">
                  <a:latin typeface="Malgun Gothic"/>
                  <a:cs typeface="Malgun Gothic"/>
                </a:rPr>
                <a:t> </a:t>
              </a:r>
              <a:r>
                <a:rPr sz="1600" b="1" spc="-10" dirty="0">
                  <a:latin typeface="Malgun Gothic"/>
                  <a:cs typeface="Malgun Gothic"/>
                </a:rPr>
                <a:t>수</a:t>
              </a:r>
              <a:r>
                <a:rPr sz="1600" b="1" spc="-80" dirty="0">
                  <a:latin typeface="Malgun Gothic"/>
                  <a:cs typeface="Malgun Gothic"/>
                </a:rPr>
                <a:t> </a:t>
              </a:r>
              <a:r>
                <a:rPr sz="1600" b="1" spc="-10" dirty="0" err="1">
                  <a:latin typeface="Malgun Gothic"/>
                  <a:cs typeface="Malgun Gothic"/>
                </a:rPr>
                <a:t>있도록</a:t>
              </a:r>
              <a:r>
                <a:rPr lang="en-US" sz="1600" b="1" spc="-70" dirty="0">
                  <a:latin typeface="Malgun Gothic"/>
                  <a:cs typeface="Malgun Gothic"/>
                </a:rPr>
                <a:t> </a:t>
              </a:r>
              <a:r>
                <a:rPr sz="1600" b="1" spc="-10" dirty="0" err="1">
                  <a:latin typeface="Malgun Gothic"/>
                  <a:cs typeface="Malgun Gothic"/>
                </a:rPr>
                <a:t>도와주는</a:t>
              </a:r>
              <a:r>
                <a:rPr sz="1600" b="1" spc="-70" dirty="0">
                  <a:latin typeface="Malgun Gothic"/>
                  <a:cs typeface="Malgun Gothic"/>
                </a:rPr>
                <a:t> </a:t>
              </a:r>
              <a:r>
                <a:rPr sz="1600" b="1" spc="-20" dirty="0">
                  <a:latin typeface="Malgun Gothic"/>
                  <a:cs typeface="Malgun Gothic"/>
                </a:rPr>
                <a:t>핼퍼함수 </a:t>
              </a:r>
              <a:r>
                <a:rPr sz="1600" b="1" spc="-25" dirty="0">
                  <a:latin typeface="Malgun Gothic"/>
                  <a:cs typeface="Malgun Gothic"/>
                </a:rPr>
                <a:t>제공</a:t>
              </a:r>
              <a:endParaRPr sz="1600" dirty="0">
                <a:latin typeface="Malgun Gothic"/>
                <a:cs typeface="Malgun Gothic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50F3650-089C-5087-96F3-38746538F97A}"/>
              </a:ext>
            </a:extLst>
          </p:cNvPr>
          <p:cNvGrpSpPr/>
          <p:nvPr/>
        </p:nvGrpSpPr>
        <p:grpSpPr>
          <a:xfrm>
            <a:off x="7285352" y="1439841"/>
            <a:ext cx="4343402" cy="2293399"/>
            <a:chOff x="10206370" y="2120807"/>
            <a:chExt cx="3139718" cy="1970664"/>
          </a:xfrm>
        </p:grpSpPr>
        <p:sp>
          <p:nvSpPr>
            <p:cNvPr id="26" name="object 26"/>
            <p:cNvSpPr/>
            <p:nvPr/>
          </p:nvSpPr>
          <p:spPr>
            <a:xfrm>
              <a:off x="10713213" y="2120807"/>
              <a:ext cx="2632875" cy="1832316"/>
            </a:xfrm>
            <a:custGeom>
              <a:avLst/>
              <a:gdLst/>
              <a:ahLst/>
              <a:cxnLst/>
              <a:rect l="l" t="t" r="r" b="b"/>
              <a:pathLst>
                <a:path w="2286000" h="4097020">
                  <a:moveTo>
                    <a:pt x="2286000" y="0"/>
                  </a:moveTo>
                  <a:lnTo>
                    <a:pt x="0" y="0"/>
                  </a:lnTo>
                  <a:lnTo>
                    <a:pt x="0" y="4096512"/>
                  </a:lnTo>
                  <a:lnTo>
                    <a:pt x="2286000" y="4096512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A0728398-D14C-F2FD-A7CE-33415F3AF7EB}"/>
                </a:ext>
              </a:extLst>
            </p:cNvPr>
            <p:cNvGrpSpPr/>
            <p:nvPr/>
          </p:nvGrpSpPr>
          <p:grpSpPr>
            <a:xfrm>
              <a:off x="10206370" y="2135837"/>
              <a:ext cx="3139718" cy="343359"/>
              <a:chOff x="2556327" y="2037637"/>
              <a:chExt cx="3139718" cy="343359"/>
            </a:xfrm>
          </p:grpSpPr>
          <p:sp>
            <p:nvSpPr>
              <p:cNvPr id="30" name="object 30"/>
              <p:cNvSpPr/>
              <p:nvPr/>
            </p:nvSpPr>
            <p:spPr>
              <a:xfrm>
                <a:off x="3064272" y="2038096"/>
                <a:ext cx="2631773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" h="342900">
                    <a:moveTo>
                      <a:pt x="2209800" y="0"/>
                    </a:moveTo>
                    <a:lnTo>
                      <a:pt x="0" y="0"/>
                    </a:lnTo>
                    <a:lnTo>
                      <a:pt x="0" y="342900"/>
                    </a:lnTo>
                    <a:lnTo>
                      <a:pt x="2209800" y="342900"/>
                    </a:lnTo>
                    <a:lnTo>
                      <a:pt x="2209800" y="0"/>
                    </a:lnTo>
                    <a:close/>
                  </a:path>
                </a:pathLst>
              </a:custGeom>
              <a:solidFill>
                <a:srgbClr val="000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5" name="object 35" descr="gen-dedup-3b498654e1f5fded2f9a601bc4e297c1.png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3144241" y="2129784"/>
                <a:ext cx="142875" cy="190500"/>
              </a:xfrm>
              <a:prstGeom prst="rect">
                <a:avLst/>
              </a:prstGeom>
            </p:spPr>
          </p:pic>
          <p:sp>
            <p:nvSpPr>
              <p:cNvPr id="36" name="object 36"/>
              <p:cNvSpPr txBox="1"/>
              <p:nvPr/>
            </p:nvSpPr>
            <p:spPr>
              <a:xfrm>
                <a:off x="2556327" y="2037637"/>
                <a:ext cx="2249170" cy="282647"/>
              </a:xfrm>
              <a:prstGeom prst="rect">
                <a:avLst/>
              </a:prstGeom>
            </p:spPr>
            <p:txBody>
              <a:bodyPr vert="horz" wrap="square" lIns="0" tIns="81915" rIns="0" bIns="0" rtlCol="0">
                <a:spAutoFit/>
              </a:bodyPr>
              <a:lstStyle/>
              <a:p>
                <a:pPr marR="27940" algn="ctr">
                  <a:lnSpc>
                    <a:spcPct val="100000"/>
                  </a:lnSpc>
                  <a:spcBef>
                    <a:spcPts val="645"/>
                  </a:spcBef>
                </a:pPr>
                <a:r>
                  <a:rPr sz="1600" b="1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FileGrid</a:t>
                </a:r>
                <a:endParaRPr sz="1600" dirty="0">
                  <a:latin typeface="Arial"/>
                  <a:cs typeface="Arial"/>
                </a:endParaRPr>
              </a:p>
            </p:txBody>
          </p:sp>
        </p:grpSp>
        <p:sp>
          <p:nvSpPr>
            <p:cNvPr id="38" name="object 38"/>
            <p:cNvSpPr txBox="1"/>
            <p:nvPr/>
          </p:nvSpPr>
          <p:spPr>
            <a:xfrm>
              <a:off x="10782876" y="2589650"/>
              <a:ext cx="2016125" cy="1501821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R="5080">
                <a:lnSpc>
                  <a:spcPct val="99000"/>
                </a:lnSpc>
                <a:spcBef>
                  <a:spcPts val="105"/>
                </a:spcBef>
              </a:pPr>
              <a:r>
                <a:rPr sz="1600" b="1" dirty="0">
                  <a:latin typeface="Malgun Gothic"/>
                  <a:cs typeface="Malgun Gothic"/>
                </a:rPr>
                <a:t>파일</a:t>
              </a:r>
              <a:r>
                <a:rPr sz="1600" b="1" spc="-95" dirty="0">
                  <a:latin typeface="Malgun Gothic"/>
                  <a:cs typeface="Malgun Gothic"/>
                </a:rPr>
                <a:t> </a:t>
              </a:r>
              <a:r>
                <a:rPr sz="1600" b="1" spc="-10" dirty="0">
                  <a:latin typeface="Malgun Gothic"/>
                  <a:cs typeface="Malgun Gothic"/>
                </a:rPr>
                <a:t>유닛을</a:t>
              </a:r>
              <a:r>
                <a:rPr sz="1600" b="1" spc="-80" dirty="0">
                  <a:latin typeface="Malgun Gothic"/>
                  <a:cs typeface="Malgun Gothic"/>
                </a:rPr>
                <a:t> </a:t>
              </a:r>
              <a:r>
                <a:rPr sz="1600" b="1" dirty="0">
                  <a:latin typeface="Malgun Gothic"/>
                  <a:cs typeface="Malgun Gothic"/>
                </a:rPr>
                <a:t>담아</a:t>
              </a:r>
              <a:r>
                <a:rPr sz="1600" b="1" spc="-75" dirty="0">
                  <a:latin typeface="Malgun Gothic"/>
                  <a:cs typeface="Malgun Gothic"/>
                </a:rPr>
                <a:t> </a:t>
              </a:r>
              <a:r>
                <a:rPr sz="1600" b="1" spc="-10" dirty="0">
                  <a:latin typeface="Malgun Gothic"/>
                  <a:cs typeface="Malgun Gothic"/>
                </a:rPr>
                <a:t>관리하는</a:t>
              </a:r>
              <a:r>
                <a:rPr sz="1600" b="1" spc="-75" dirty="0">
                  <a:latin typeface="Malgun Gothic"/>
                  <a:cs typeface="Malgun Gothic"/>
                </a:rPr>
                <a:t> </a:t>
              </a:r>
              <a:r>
                <a:rPr sz="1600" b="1" spc="-25" dirty="0" err="1">
                  <a:latin typeface="Malgun Gothic"/>
                  <a:cs typeface="Malgun Gothic"/>
                </a:rPr>
                <a:t>그리드</a:t>
              </a:r>
              <a:r>
                <a:rPr sz="1600" b="1" spc="-25" dirty="0">
                  <a:latin typeface="Malgun Gothic"/>
                  <a:cs typeface="Malgun Gothic"/>
                </a:rPr>
                <a:t> </a:t>
              </a:r>
              <a:r>
                <a:rPr lang="ko-KR" altLang="en-US" sz="1600" b="1" spc="-10" dirty="0">
                  <a:latin typeface="Malgun Gothic"/>
                  <a:cs typeface="Malgun Gothic"/>
                </a:rPr>
                <a:t>클래스</a:t>
              </a:r>
              <a:endParaRPr lang="en-US" altLang="ko-KR" sz="1600" b="1" spc="-10" dirty="0">
                <a:latin typeface="Malgun Gothic"/>
                <a:cs typeface="Malgun Gothic"/>
              </a:endParaRPr>
            </a:p>
            <a:p>
              <a:pPr marR="5080">
                <a:lnSpc>
                  <a:spcPct val="99000"/>
                </a:lnSpc>
                <a:spcBef>
                  <a:spcPts val="105"/>
                </a:spcBef>
              </a:pPr>
              <a:r>
                <a:rPr lang="ko-KR" altLang="en-US" sz="1600" b="1" spc="-20" dirty="0">
                  <a:latin typeface="Malgun Gothic"/>
                  <a:cs typeface="Malgun Gothic"/>
                </a:rPr>
                <a:t>파일</a:t>
              </a:r>
              <a:r>
                <a:rPr lang="ko-KR" altLang="en-US" sz="1600" b="1" spc="-130" dirty="0">
                  <a:latin typeface="Malgun Gothic"/>
                  <a:cs typeface="Malgun Gothic"/>
                </a:rPr>
                <a:t> </a:t>
              </a:r>
              <a:r>
                <a:rPr lang="ko-KR" altLang="en-US" sz="1600" b="1" spc="-20" dirty="0">
                  <a:latin typeface="Malgun Gothic"/>
                  <a:cs typeface="Malgun Gothic"/>
                </a:rPr>
                <a:t>유닛의</a:t>
              </a:r>
              <a:r>
                <a:rPr lang="ko-KR" altLang="en-US" sz="1600" b="1" spc="-125" dirty="0">
                  <a:latin typeface="Malgun Gothic"/>
                  <a:cs typeface="Malgun Gothic"/>
                </a:rPr>
                <a:t> </a:t>
              </a:r>
              <a:r>
                <a:rPr lang="ko-KR" altLang="en-US" sz="1600" b="1" spc="-20" dirty="0">
                  <a:latin typeface="Malgun Gothic"/>
                  <a:cs typeface="Malgun Gothic"/>
                </a:rPr>
                <a:t>점유와</a:t>
              </a:r>
              <a:r>
                <a:rPr lang="ko-KR" altLang="en-US" sz="1600" b="1" spc="-130" dirty="0">
                  <a:latin typeface="Malgun Gothic"/>
                  <a:cs typeface="Malgun Gothic"/>
                </a:rPr>
                <a:t> </a:t>
              </a:r>
              <a:r>
                <a:rPr lang="ko-KR" altLang="en-US" sz="1600" b="1" spc="-20" dirty="0">
                  <a:latin typeface="Malgun Gothic"/>
                  <a:cs typeface="Malgun Gothic"/>
                </a:rPr>
                <a:t>해제를</a:t>
              </a:r>
              <a:r>
                <a:rPr lang="ko-KR" altLang="en-US" sz="1600" b="1" spc="-125" dirty="0">
                  <a:latin typeface="Malgun Gothic"/>
                  <a:cs typeface="Malgun Gothic"/>
                </a:rPr>
                <a:t> </a:t>
              </a:r>
              <a:r>
                <a:rPr lang="ko-KR" altLang="en-US" sz="1600" b="1" spc="-25" dirty="0">
                  <a:latin typeface="Malgun Gothic"/>
                  <a:cs typeface="Malgun Gothic"/>
                </a:rPr>
                <a:t>담당함 </a:t>
              </a:r>
              <a:r>
                <a:rPr lang="ko-KR" altLang="en-US" sz="1600" b="1" spc="-20" dirty="0">
                  <a:latin typeface="Malgun Gothic"/>
                  <a:cs typeface="Malgun Gothic"/>
                </a:rPr>
                <a:t>버프에</a:t>
              </a:r>
              <a:r>
                <a:rPr lang="ko-KR" altLang="en-US" sz="1600" b="1" spc="-130" dirty="0">
                  <a:latin typeface="Malgun Gothic"/>
                  <a:cs typeface="Malgun Gothic"/>
                </a:rPr>
                <a:t> </a:t>
              </a:r>
              <a:r>
                <a:rPr lang="ko-KR" altLang="en-US" sz="1600" b="1" spc="-20" dirty="0">
                  <a:latin typeface="Malgun Gothic"/>
                  <a:cs typeface="Malgun Gothic"/>
                </a:rPr>
                <a:t>대한</a:t>
              </a:r>
              <a:r>
                <a:rPr lang="ko-KR" altLang="en-US" sz="1600" b="1" spc="-125" dirty="0">
                  <a:latin typeface="Malgun Gothic"/>
                  <a:cs typeface="Malgun Gothic"/>
                </a:rPr>
                <a:t> </a:t>
              </a:r>
              <a:r>
                <a:rPr lang="ko-KR" altLang="en-US" sz="1600" b="1" spc="-20" dirty="0">
                  <a:latin typeface="Malgun Gothic"/>
                  <a:cs typeface="Malgun Gothic"/>
                </a:rPr>
                <a:t>정보를</a:t>
              </a:r>
              <a:r>
                <a:rPr lang="ko-KR" altLang="en-US" sz="1600" b="1" spc="-130" dirty="0">
                  <a:latin typeface="Malgun Gothic"/>
                  <a:cs typeface="Malgun Gothic"/>
                </a:rPr>
                <a:t> </a:t>
              </a:r>
              <a:r>
                <a:rPr lang="ko-KR" altLang="en-US" sz="1600" b="1" spc="-25" dirty="0">
                  <a:latin typeface="Malgun Gothic"/>
                  <a:cs typeface="Malgun Gothic"/>
                </a:rPr>
                <a:t>보유</a:t>
              </a:r>
              <a:r>
                <a:rPr lang="en-US" altLang="ko-KR" sz="1600" b="1" spc="-25" dirty="0">
                  <a:latin typeface="Calibri"/>
                  <a:cs typeface="Calibri"/>
                </a:rPr>
                <a:t>.</a:t>
              </a:r>
              <a:endParaRPr lang="ko-KR" altLang="en-US" sz="1600" b="1" dirty="0">
                <a:latin typeface="Calibri"/>
                <a:cs typeface="Calibri"/>
              </a:endParaRPr>
            </a:p>
            <a:p>
              <a:pPr marR="5080">
                <a:lnSpc>
                  <a:spcPct val="99000"/>
                </a:lnSpc>
                <a:spcBef>
                  <a:spcPts val="105"/>
                </a:spcBef>
              </a:pPr>
              <a:endParaRPr sz="1600" b="1" dirty="0">
                <a:latin typeface="Malgun Gothic"/>
                <a:cs typeface="Malgun Gothic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8C5A5DB-F16A-BBCA-6174-DF87004A662D}"/>
              </a:ext>
            </a:extLst>
          </p:cNvPr>
          <p:cNvGrpSpPr/>
          <p:nvPr/>
        </p:nvGrpSpPr>
        <p:grpSpPr>
          <a:xfrm>
            <a:off x="537967" y="1433326"/>
            <a:ext cx="3489028" cy="2276060"/>
            <a:chOff x="793957" y="1756061"/>
            <a:chExt cx="2317963" cy="2163213"/>
          </a:xfrm>
        </p:grpSpPr>
        <p:sp>
          <p:nvSpPr>
            <p:cNvPr id="41" name="object 41"/>
            <p:cNvSpPr/>
            <p:nvPr/>
          </p:nvSpPr>
          <p:spPr>
            <a:xfrm>
              <a:off x="793957" y="1756061"/>
              <a:ext cx="2219707" cy="2033775"/>
            </a:xfrm>
            <a:custGeom>
              <a:avLst/>
              <a:gdLst/>
              <a:ahLst/>
              <a:cxnLst/>
              <a:rect l="l" t="t" r="r" b="b"/>
              <a:pathLst>
                <a:path w="2286000" h="4095115">
                  <a:moveTo>
                    <a:pt x="2285999" y="0"/>
                  </a:moveTo>
                  <a:lnTo>
                    <a:pt x="0" y="0"/>
                  </a:lnTo>
                  <a:lnTo>
                    <a:pt x="0" y="4094988"/>
                  </a:lnTo>
                  <a:lnTo>
                    <a:pt x="2285999" y="4094988"/>
                  </a:lnTo>
                  <a:lnTo>
                    <a:pt x="228599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object 43"/>
            <p:cNvSpPr/>
            <p:nvPr/>
          </p:nvSpPr>
          <p:spPr>
            <a:xfrm>
              <a:off x="803864" y="1762253"/>
              <a:ext cx="2209800" cy="418500"/>
            </a:xfrm>
            <a:custGeom>
              <a:avLst/>
              <a:gdLst/>
              <a:ahLst/>
              <a:cxnLst/>
              <a:rect l="l" t="t" r="r" b="b"/>
              <a:pathLst>
                <a:path w="2209800" h="342900">
                  <a:moveTo>
                    <a:pt x="220980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2209800" y="342900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 descr="gen-dedup-1633b5bfc17bd0e2978daf73c061acf0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9875" y="1869597"/>
              <a:ext cx="190500" cy="190500"/>
            </a:xfrm>
            <a:prstGeom prst="rect">
              <a:avLst/>
            </a:prstGeom>
          </p:spPr>
        </p:pic>
        <p:sp>
          <p:nvSpPr>
            <p:cNvPr id="46" name="object 46"/>
            <p:cNvSpPr txBox="1"/>
            <p:nvPr/>
          </p:nvSpPr>
          <p:spPr>
            <a:xfrm>
              <a:off x="902120" y="1773294"/>
              <a:ext cx="2209800" cy="312018"/>
            </a:xfrm>
            <a:prstGeom prst="rect">
              <a:avLst/>
            </a:prstGeom>
          </p:spPr>
          <p:txBody>
            <a:bodyPr vert="horz" wrap="square" lIns="0" tIns="81280" rIns="0" bIns="0" rtlCol="0">
              <a:spAutoFit/>
            </a:bodyPr>
            <a:lstStyle/>
            <a:p>
              <a:pPr marL="325120">
                <a:lnSpc>
                  <a:spcPct val="100000"/>
                </a:lnSpc>
                <a:spcBef>
                  <a:spcPts val="640"/>
                </a:spcBef>
              </a:pPr>
              <a:r>
                <a:rPr sz="1600" b="1" spc="-10" dirty="0">
                  <a:solidFill>
                    <a:srgbClr val="FFFFFF"/>
                  </a:solidFill>
                  <a:latin typeface="Arial"/>
                  <a:cs typeface="Arial"/>
                </a:rPr>
                <a:t>GameObjectGridLayout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844632" y="2183542"/>
              <a:ext cx="2020570" cy="173573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R="5080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10" dirty="0" err="1">
                  <a:latin typeface="Malgun Gothic"/>
                  <a:cs typeface="Malgun Gothic"/>
                </a:rPr>
                <a:t>그리드</a:t>
              </a:r>
              <a:r>
                <a:rPr sz="1600" b="1" spc="-65" dirty="0">
                  <a:latin typeface="Malgun Gothic"/>
                  <a:cs typeface="Malgun Gothic"/>
                </a:rPr>
                <a:t> </a:t>
              </a:r>
              <a:r>
                <a:rPr sz="1600" b="1" spc="-20" dirty="0">
                  <a:latin typeface="Malgun Gothic"/>
                  <a:cs typeface="Malgun Gothic"/>
                </a:rPr>
                <a:t>오브젝트를 </a:t>
              </a:r>
              <a:r>
                <a:rPr sz="1600" b="1" spc="-10" dirty="0">
                  <a:latin typeface="Malgun Gothic"/>
                  <a:cs typeface="Malgun Gothic"/>
                </a:rPr>
                <a:t>생성하고</a:t>
              </a:r>
              <a:r>
                <a:rPr sz="1600" b="1" spc="-75" dirty="0">
                  <a:latin typeface="Malgun Gothic"/>
                  <a:cs typeface="Malgun Gothic"/>
                </a:rPr>
                <a:t> </a:t>
              </a:r>
              <a:r>
                <a:rPr sz="1600" b="1" spc="-10" dirty="0">
                  <a:latin typeface="Malgun Gothic"/>
                  <a:cs typeface="Malgun Gothic"/>
                </a:rPr>
                <a:t>정렬하는</a:t>
              </a:r>
              <a:r>
                <a:rPr sz="1600" b="1" spc="-70" dirty="0">
                  <a:latin typeface="Malgun Gothic"/>
                  <a:cs typeface="Malgun Gothic"/>
                </a:rPr>
                <a:t> </a:t>
              </a:r>
              <a:r>
                <a:rPr sz="1600" b="1" dirty="0">
                  <a:latin typeface="Malgun Gothic"/>
                  <a:cs typeface="Malgun Gothic"/>
                </a:rPr>
                <a:t>것을</a:t>
              </a:r>
              <a:r>
                <a:rPr sz="1600" b="1" spc="-70" dirty="0">
                  <a:latin typeface="Malgun Gothic"/>
                  <a:cs typeface="Malgun Gothic"/>
                </a:rPr>
                <a:t> </a:t>
              </a:r>
              <a:r>
                <a:rPr sz="1600" b="1" spc="-20" dirty="0" err="1">
                  <a:latin typeface="Malgun Gothic"/>
                  <a:cs typeface="Malgun Gothic"/>
                </a:rPr>
                <a:t>도와주는</a:t>
              </a:r>
              <a:r>
                <a:rPr sz="1600" b="1" spc="-20" dirty="0">
                  <a:latin typeface="Malgun Gothic"/>
                  <a:cs typeface="Malgun Gothic"/>
                </a:rPr>
                <a:t> </a:t>
              </a:r>
              <a:r>
                <a:rPr sz="1600" b="1" spc="-10" dirty="0" err="1">
                  <a:latin typeface="Malgun Gothic"/>
                  <a:cs typeface="Malgun Gothic"/>
                </a:rPr>
                <a:t>클래스</a:t>
              </a:r>
              <a:endParaRPr sz="1600" b="1" dirty="0">
                <a:latin typeface="Arial"/>
                <a:cs typeface="Arial"/>
              </a:endParaRPr>
            </a:p>
            <a:p>
              <a:pPr marR="117475">
                <a:lnSpc>
                  <a:spcPct val="100000"/>
                </a:lnSpc>
              </a:pPr>
              <a:r>
                <a:rPr sz="1600" b="1" spc="-10" dirty="0">
                  <a:latin typeface="Malgun Gothic"/>
                  <a:cs typeface="Malgun Gothic"/>
                </a:rPr>
                <a:t>그리드</a:t>
              </a:r>
              <a:r>
                <a:rPr sz="1600" b="1" spc="-80" dirty="0">
                  <a:latin typeface="Malgun Gothic"/>
                  <a:cs typeface="Malgun Gothic"/>
                </a:rPr>
                <a:t> </a:t>
              </a:r>
              <a:r>
                <a:rPr sz="1600" b="1" spc="-10" dirty="0">
                  <a:latin typeface="Malgun Gothic"/>
                  <a:cs typeface="Malgun Gothic"/>
                </a:rPr>
                <a:t>사이</a:t>
              </a:r>
              <a:r>
                <a:rPr sz="1600" b="1" spc="-80" dirty="0">
                  <a:latin typeface="Malgun Gothic"/>
                  <a:cs typeface="Malgun Gothic"/>
                </a:rPr>
                <a:t> </a:t>
              </a:r>
              <a:r>
                <a:rPr sz="1600" b="1" dirty="0">
                  <a:latin typeface="Malgun Gothic"/>
                  <a:cs typeface="Malgun Gothic"/>
                </a:rPr>
                <a:t>간격과</a:t>
              </a:r>
              <a:r>
                <a:rPr sz="1600" b="1" dirty="0">
                  <a:latin typeface="Arial"/>
                  <a:cs typeface="Arial"/>
                </a:rPr>
                <a:t>,</a:t>
              </a:r>
              <a:r>
                <a:rPr sz="1600" b="1" spc="-20" dirty="0">
                  <a:latin typeface="Arial"/>
                  <a:cs typeface="Arial"/>
                </a:rPr>
                <a:t> </a:t>
              </a:r>
              <a:r>
                <a:rPr sz="1600" b="1" dirty="0">
                  <a:latin typeface="Malgun Gothic"/>
                  <a:cs typeface="Malgun Gothic"/>
                </a:rPr>
                <a:t>크기</a:t>
              </a:r>
              <a:r>
                <a:rPr sz="1600" b="1" dirty="0">
                  <a:latin typeface="Arial"/>
                  <a:cs typeface="Arial"/>
                </a:rPr>
                <a:t>,</a:t>
              </a:r>
              <a:r>
                <a:rPr sz="1600" b="1" spc="-5" dirty="0">
                  <a:latin typeface="Arial"/>
                  <a:cs typeface="Arial"/>
                </a:rPr>
                <a:t> </a:t>
              </a:r>
              <a:r>
                <a:rPr sz="1600" b="1" spc="-10" dirty="0">
                  <a:latin typeface="Malgun Gothic"/>
                  <a:cs typeface="Malgun Gothic"/>
                </a:rPr>
                <a:t>행과</a:t>
              </a:r>
              <a:r>
                <a:rPr sz="1600" b="1" spc="-80" dirty="0">
                  <a:latin typeface="Malgun Gothic"/>
                  <a:cs typeface="Malgun Gothic"/>
                </a:rPr>
                <a:t> </a:t>
              </a:r>
              <a:r>
                <a:rPr sz="1600" b="1" spc="-50" dirty="0">
                  <a:latin typeface="Malgun Gothic"/>
                  <a:cs typeface="Malgun Gothic"/>
                </a:rPr>
                <a:t>열 </a:t>
              </a:r>
              <a:r>
                <a:rPr sz="1600" b="1" spc="-10" dirty="0">
                  <a:latin typeface="Malgun Gothic"/>
                  <a:cs typeface="Malgun Gothic"/>
                </a:rPr>
                <a:t>개수를</a:t>
              </a:r>
              <a:r>
                <a:rPr sz="1600" b="1" spc="-65" dirty="0">
                  <a:latin typeface="Malgun Gothic"/>
                  <a:cs typeface="Malgun Gothic"/>
                </a:rPr>
                <a:t> </a:t>
              </a:r>
              <a:r>
                <a:rPr sz="1600" b="1" spc="-10" dirty="0">
                  <a:latin typeface="Malgun Gothic"/>
                  <a:cs typeface="Malgun Gothic"/>
                </a:rPr>
                <a:t>자유롭게</a:t>
              </a:r>
              <a:r>
                <a:rPr sz="1600" b="1" spc="-65" dirty="0">
                  <a:latin typeface="Malgun Gothic"/>
                  <a:cs typeface="Malgun Gothic"/>
                </a:rPr>
                <a:t> </a:t>
              </a:r>
              <a:r>
                <a:rPr sz="1600" b="1" spc="-10" dirty="0">
                  <a:latin typeface="Malgun Gothic"/>
                  <a:cs typeface="Malgun Gothic"/>
                </a:rPr>
                <a:t>지정할</a:t>
              </a:r>
              <a:r>
                <a:rPr sz="1600" b="1" spc="-65" dirty="0">
                  <a:latin typeface="Malgun Gothic"/>
                  <a:cs typeface="Malgun Gothic"/>
                </a:rPr>
                <a:t> </a:t>
              </a:r>
              <a:r>
                <a:rPr sz="1600" b="1" spc="-10" dirty="0">
                  <a:latin typeface="Malgun Gothic"/>
                  <a:cs typeface="Malgun Gothic"/>
                </a:rPr>
                <a:t>수</a:t>
              </a:r>
              <a:r>
                <a:rPr sz="1600" b="1" spc="-80" dirty="0">
                  <a:latin typeface="Malgun Gothic"/>
                  <a:cs typeface="Malgun Gothic"/>
                </a:rPr>
                <a:t> </a:t>
              </a:r>
              <a:r>
                <a:rPr sz="1600" b="1" spc="-25" dirty="0">
                  <a:latin typeface="Malgun Gothic"/>
                  <a:cs typeface="Malgun Gothic"/>
                </a:rPr>
                <a:t>있</a:t>
              </a:r>
              <a:r>
                <a:rPr lang="ko-KR" altLang="en-US" sz="1600" b="1" spc="-25" dirty="0">
                  <a:latin typeface="Malgun Gothic"/>
                  <a:cs typeface="Malgun Gothic"/>
                </a:rPr>
                <a:t>음</a:t>
              </a:r>
              <a:endParaRPr sz="1600" b="1" dirty="0">
                <a:latin typeface="Arial"/>
                <a:cs typeface="Arial"/>
              </a:endParaRPr>
            </a:p>
          </p:txBody>
        </p:sp>
      </p:grp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1225702" y="6571850"/>
            <a:ext cx="1365098" cy="16158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altLang="ko-KR" sz="900" b="1" dirty="0">
                <a:solidFill>
                  <a:schemeClr val="tx1"/>
                </a:solidFill>
                <a:latin typeface="Arial"/>
                <a:cs typeface="Arial"/>
              </a:rPr>
              <a:t>File</a:t>
            </a:r>
            <a:r>
              <a:rPr lang="en-US" altLang="ko-KR" sz="900" b="1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Arial"/>
                <a:cs typeface="Arial"/>
              </a:rPr>
              <a:t>Tower</a:t>
            </a:r>
            <a:r>
              <a:rPr lang="en-US" altLang="ko-KR" sz="9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ko-KR" sz="900" b="1" spc="-10" dirty="0">
                <a:solidFill>
                  <a:schemeClr val="tx1"/>
                </a:solidFill>
                <a:latin typeface="Arial"/>
                <a:cs typeface="Arial"/>
              </a:rPr>
              <a:t>Defence</a:t>
            </a:r>
            <a:r>
              <a:rPr sz="900" b="1" spc="-10" dirty="0">
                <a:solidFill>
                  <a:schemeClr val="tx1"/>
                </a:solidFill>
                <a:latin typeface="Arial"/>
                <a:cs typeface="Arial"/>
              </a:rPr>
              <a:t>.exe</a:t>
            </a:r>
            <a:endParaRPr sz="9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113134" y="6586010"/>
            <a:ext cx="56451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10:00</a:t>
            </a:r>
            <a:r>
              <a:rPr sz="1000" spc="-25" dirty="0">
                <a:latin typeface="Arial"/>
                <a:cs typeface="Arial"/>
              </a:rPr>
              <a:t> AM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1" name="Pipeline Card 1 Container"/>
          <p:cNvSpPr/>
          <p:nvPr/>
        </p:nvSpPr>
        <p:spPr>
          <a:xfrm>
            <a:off x="531295" y="3761423"/>
            <a:ext cx="3240000" cy="2120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2" name="Pipeline Card 1 Header"/>
          <p:cNvSpPr/>
          <p:nvPr/>
        </p:nvSpPr>
        <p:spPr>
          <a:xfrm>
            <a:off x="531295" y="3761423"/>
            <a:ext cx="3240000" cy="400000"/>
          </a:xfrm>
          <a:prstGeom prst="roundRect">
            <a:avLst>
              <a:gd name="adj" fmla="val 1200"/>
            </a:avLst>
          </a:prstGeom>
          <a:solidFill>
            <a:srgbClr val="1E3A8A"/>
          </a:solidFill>
        </p:spPr>
        <p:txBody>
          <a:bodyPr wrap="square" lIns="72000" tIns="36000" rIns="72000" bIns="36000" anchor="ctr"/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FFFFF"/>
                </a:solidFill>
                <a:latin typeface="Malgun Gothic"/>
                <a:ea typeface="맑은 고딕"/>
              </a:rPr>
              <a:t>STEP 01  ·  </a:t>
            </a:r>
            <a:r>
              <a:rPr sz="1050" b="1" dirty="0" err="1">
                <a:solidFill>
                  <a:srgbClr val="FFFFFF"/>
                </a:solidFill>
                <a:latin typeface="Malgun Gothic"/>
                <a:ea typeface="맑은 고딕"/>
              </a:rPr>
              <a:t>GameObjectGridLayout</a:t>
            </a:r>
            <a:endParaRPr sz="1050" b="1" dirty="0">
              <a:solidFill>
                <a:srgbClr val="FFFFFF"/>
              </a:solidFill>
              <a:latin typeface="Malgun Gothic"/>
              <a:ea typeface="맑은 고딕"/>
            </a:endParaRPr>
          </a:p>
        </p:txBody>
      </p:sp>
      <p:sp>
        <p:nvSpPr>
          <p:cNvPr id="103" name="Pipeline Card 1 Bullets"/>
          <p:cNvSpPr txBox="1"/>
          <p:nvPr/>
        </p:nvSpPr>
        <p:spPr>
          <a:xfrm>
            <a:off x="591295" y="4191423"/>
            <a:ext cx="3120000" cy="4500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 algn="l">
              <a:lnSpc>
                <a:spcPct val="115000"/>
              </a:lnSpc>
              <a:spcBef>
                <a:spcPts val="150"/>
              </a:spcBef>
            </a:pPr>
            <a:r>
              <a:rPr sz="850" dirty="0">
                <a:solidFill>
                  <a:srgbClr val="334155"/>
                </a:solidFill>
                <a:latin typeface="Malgun Gothic"/>
                <a:ea typeface="맑은 고딕"/>
              </a:rPr>
              <a:t>• </a:t>
            </a:r>
            <a:r>
              <a:rPr sz="850" dirty="0" err="1">
                <a:solidFill>
                  <a:srgbClr val="334155"/>
                </a:solidFill>
                <a:latin typeface="Malgun Gothic"/>
                <a:ea typeface="맑은 고딕"/>
              </a:rPr>
              <a:t>행·열</a:t>
            </a:r>
            <a:r>
              <a:rPr sz="850" dirty="0">
                <a:solidFill>
                  <a:srgbClr val="334155"/>
                </a:solidFill>
                <a:latin typeface="Malgun Gothic"/>
                <a:ea typeface="맑은 고딕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Malgun Gothic"/>
                <a:ea typeface="맑은 고딕"/>
              </a:rPr>
              <a:t>개수</a:t>
            </a:r>
            <a:r>
              <a:rPr sz="850" dirty="0">
                <a:solidFill>
                  <a:srgbClr val="334155"/>
                </a:solidFill>
                <a:latin typeface="Malgun Gothic"/>
                <a:ea typeface="맑은 고딕"/>
              </a:rPr>
              <a:t>(rows, cols) 및 셀 </a:t>
            </a:r>
            <a:r>
              <a:rPr sz="850" dirty="0" err="1">
                <a:solidFill>
                  <a:srgbClr val="334155"/>
                </a:solidFill>
                <a:latin typeface="Malgun Gothic"/>
                <a:ea typeface="맑은 고딕"/>
              </a:rPr>
              <a:t>크기·간격</a:t>
            </a:r>
            <a:r>
              <a:rPr sz="850" dirty="0">
                <a:solidFill>
                  <a:srgbClr val="334155"/>
                </a:solidFill>
                <a:latin typeface="Malgun Gothic"/>
                <a:ea typeface="맑은 고딕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Malgun Gothic"/>
                <a:ea typeface="맑은 고딕"/>
              </a:rPr>
              <a:t>산출</a:t>
            </a:r>
            <a:endParaRPr sz="850" dirty="0">
              <a:solidFill>
                <a:srgbClr val="334155"/>
              </a:solidFill>
              <a:latin typeface="Malgun Gothic"/>
              <a:ea typeface="맑은 고딕"/>
            </a:endParaRPr>
          </a:p>
          <a:p>
            <a:pPr algn="l">
              <a:lnSpc>
                <a:spcPct val="115000"/>
              </a:lnSpc>
              <a:spcBef>
                <a:spcPts val="150"/>
              </a:spcBef>
            </a:pPr>
            <a:r>
              <a:rPr sz="850" dirty="0">
                <a:solidFill>
                  <a:srgbClr val="334155"/>
                </a:solidFill>
                <a:latin typeface="Malgun Gothic"/>
                <a:ea typeface="맑은 고딕"/>
              </a:rPr>
              <a:t>• </a:t>
            </a:r>
            <a:r>
              <a:rPr sz="850" dirty="0" err="1">
                <a:solidFill>
                  <a:srgbClr val="334155"/>
                </a:solidFill>
                <a:latin typeface="Malgun Gothic"/>
                <a:ea typeface="맑은 고딕"/>
              </a:rPr>
              <a:t>그리드</a:t>
            </a:r>
            <a:r>
              <a:rPr sz="850" dirty="0">
                <a:solidFill>
                  <a:srgbClr val="334155"/>
                </a:solidFill>
                <a:latin typeface="Malgun Gothic"/>
                <a:ea typeface="맑은 고딕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Malgun Gothic"/>
                <a:ea typeface="맑은 고딕"/>
              </a:rPr>
              <a:t>인덱스</a:t>
            </a:r>
            <a:r>
              <a:rPr sz="850" dirty="0">
                <a:solidFill>
                  <a:srgbClr val="334155"/>
                </a:solidFill>
                <a:latin typeface="Malgun Gothic"/>
                <a:ea typeface="맑은 고딕"/>
              </a:rPr>
              <a:t> ➔ </a:t>
            </a:r>
            <a:r>
              <a:rPr sz="850" dirty="0" err="1">
                <a:solidFill>
                  <a:srgbClr val="334155"/>
                </a:solidFill>
                <a:latin typeface="Malgun Gothic"/>
                <a:ea typeface="맑은 고딕"/>
              </a:rPr>
              <a:t>월드</a:t>
            </a:r>
            <a:r>
              <a:rPr sz="850" dirty="0">
                <a:solidFill>
                  <a:srgbClr val="334155"/>
                </a:solidFill>
                <a:latin typeface="Malgun Gothic"/>
                <a:ea typeface="맑은 고딕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Malgun Gothic"/>
                <a:ea typeface="맑은 고딕"/>
              </a:rPr>
              <a:t>스페이스</a:t>
            </a:r>
            <a:r>
              <a:rPr sz="850" dirty="0">
                <a:solidFill>
                  <a:srgbClr val="334155"/>
                </a:solidFill>
                <a:latin typeface="Malgun Gothic"/>
                <a:ea typeface="맑은 고딕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Malgun Gothic"/>
                <a:ea typeface="맑은 고딕"/>
              </a:rPr>
              <a:t>좌표</a:t>
            </a:r>
            <a:r>
              <a:rPr sz="850" dirty="0">
                <a:solidFill>
                  <a:srgbClr val="334155"/>
                </a:solidFill>
                <a:latin typeface="Malgun Gothic"/>
                <a:ea typeface="맑은 고딕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Malgun Gothic"/>
                <a:ea typeface="맑은 고딕"/>
              </a:rPr>
              <a:t>변환</a:t>
            </a:r>
            <a:r>
              <a:rPr sz="850" dirty="0">
                <a:solidFill>
                  <a:srgbClr val="334155"/>
                </a:solidFill>
                <a:latin typeface="Malgun Gothic"/>
                <a:ea typeface="맑은 고딕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Malgun Gothic"/>
                <a:ea typeface="맑은 고딕"/>
              </a:rPr>
              <a:t>수식</a:t>
            </a:r>
            <a:r>
              <a:rPr sz="850" dirty="0">
                <a:solidFill>
                  <a:srgbClr val="334155"/>
                </a:solidFill>
                <a:latin typeface="Malgun Gothic"/>
                <a:ea typeface="맑은 고딕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Malgun Gothic"/>
                <a:ea typeface="맑은 고딕"/>
              </a:rPr>
              <a:t>제공</a:t>
            </a:r>
            <a:endParaRPr sz="850" dirty="0">
              <a:solidFill>
                <a:srgbClr val="334155"/>
              </a:solidFill>
              <a:latin typeface="Malgun Gothic"/>
              <a:ea typeface="맑은 고딕"/>
            </a:endParaRPr>
          </a:p>
        </p:txBody>
      </p:sp>
      <p:sp>
        <p:nvSpPr>
          <p:cNvPr id="104" name="Pipeline Card 1 Code"/>
          <p:cNvSpPr txBox="1"/>
          <p:nvPr/>
        </p:nvSpPr>
        <p:spPr>
          <a:xfrm>
            <a:off x="591295" y="4671423"/>
            <a:ext cx="3120000" cy="1150000"/>
          </a:xfrm>
          <a:prstGeom prst="roundRect">
            <a:avLst>
              <a:gd name="adj" fmla="val 1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80000" tIns="60000" rIns="80000" bIns="60000"/>
          <a:lstStyle/>
          <a:p>
            <a:pPr algn="l">
              <a:lnSpc>
                <a:spcPct val="108000"/>
              </a:lnSpc>
            </a:pP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//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그리드</a:t>
            </a: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규격</a:t>
            </a: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산출</a:t>
            </a: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 &amp;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월드</a:t>
            </a: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좌표</a:t>
            </a: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변환</a:t>
            </a:r>
            <a:endParaRPr sz="720" dirty="0">
              <a:solidFill>
                <a:srgbClr val="94A3B8"/>
              </a:solidFill>
              <a:latin typeface="Consolas"/>
              <a:ea typeface="Consolas"/>
            </a:endParaRPr>
          </a:p>
          <a:p>
            <a:pPr algn="l">
              <a:lnSpc>
                <a:spcPct val="108000"/>
              </a:lnSpc>
            </a:pPr>
            <a:r>
              <a:rPr sz="720" b="1" dirty="0">
                <a:solidFill>
                  <a:srgbClr val="38BDF8"/>
                </a:solidFill>
                <a:latin typeface="Consolas"/>
                <a:ea typeface="Consolas"/>
              </a:rPr>
              <a:t>Vector2 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cellSize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, spacing;</a:t>
            </a:r>
          </a:p>
          <a:p>
            <a:pPr algn="l">
              <a:lnSpc>
                <a:spcPct val="108000"/>
              </a:lnSpc>
            </a:pPr>
            <a:r>
              <a:rPr sz="720" b="1" dirty="0">
                <a:solidFill>
                  <a:srgbClr val="38BDF8"/>
                </a:solidFill>
                <a:latin typeface="Consolas"/>
                <a:ea typeface="Consolas"/>
              </a:rPr>
              <a:t>public Vector3 </a:t>
            </a:r>
            <a:r>
              <a:rPr sz="720" b="1" dirty="0" err="1">
                <a:solidFill>
                  <a:srgbClr val="FDE047"/>
                </a:solidFill>
                <a:latin typeface="Consolas"/>
                <a:ea typeface="Consolas"/>
              </a:rPr>
              <a:t>CalcCellPos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(int r, int c) =&gt;</a:t>
            </a:r>
          </a:p>
          <a:p>
            <a:pPr algn="l">
              <a:lnSpc>
                <a:spcPct val="108000"/>
              </a:lnSpc>
            </a:pP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    origin + new Vector3(c * (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cellSize.x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 + 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spacing.x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),</a:t>
            </a:r>
          </a:p>
          <a:p>
            <a:pPr algn="l">
              <a:lnSpc>
                <a:spcPct val="108000"/>
              </a:lnSpc>
            </a:pP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                        -r * (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cellSize.y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 + 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spacing.y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), 0);</a:t>
            </a:r>
          </a:p>
        </p:txBody>
      </p:sp>
      <p:sp>
        <p:nvSpPr>
          <p:cNvPr id="105" name="Connector 1 Badge"/>
          <p:cNvSpPr txBox="1"/>
          <p:nvPr/>
        </p:nvSpPr>
        <p:spPr>
          <a:xfrm>
            <a:off x="3821295" y="4361423"/>
            <a:ext cx="590000" cy="46000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20000" tIns="20000" rIns="20000" bIns="20000" anchor="ctr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E40AF"/>
                </a:solidFill>
                <a:latin typeface="Malgun Gothic"/>
                <a:ea typeface="맑은 고딕"/>
              </a:rPr>
              <a:t>규격 파라미터</a:t>
            </a:r>
          </a:p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E40AF"/>
                </a:solidFill>
                <a:latin typeface="Malgun Gothic"/>
                <a:ea typeface="맑은 고딕"/>
              </a:rPr>
              <a:t>주입 전달</a:t>
            </a:r>
          </a:p>
        </p:txBody>
      </p:sp>
      <p:sp>
        <p:nvSpPr>
          <p:cNvPr id="106" name="Connector 1 Arrow"/>
          <p:cNvSpPr/>
          <p:nvPr/>
        </p:nvSpPr>
        <p:spPr>
          <a:xfrm>
            <a:off x="3861295" y="4901423"/>
            <a:ext cx="510000" cy="160000"/>
          </a:xfrm>
          <a:prstGeom prst="rightArrow">
            <a:avLst/>
          </a:prstGeom>
          <a:solidFill>
            <a:srgbClr val="2563EB"/>
          </a:solidFill>
        </p:spPr>
        <p:txBody>
          <a:bodyPr wrap="none"/>
          <a:lstStyle/>
          <a:p>
            <a:endParaRPr/>
          </a:p>
        </p:txBody>
      </p:sp>
      <p:sp>
        <p:nvSpPr>
          <p:cNvPr id="107" name="Pipeline Card 2 Container"/>
          <p:cNvSpPr/>
          <p:nvPr/>
        </p:nvSpPr>
        <p:spPr>
          <a:xfrm>
            <a:off x="4461295" y="3761423"/>
            <a:ext cx="3240000" cy="2120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8" name="Pipeline Card 2 Header"/>
          <p:cNvSpPr/>
          <p:nvPr/>
        </p:nvSpPr>
        <p:spPr>
          <a:xfrm>
            <a:off x="4461295" y="3761423"/>
            <a:ext cx="3240000" cy="400000"/>
          </a:xfrm>
          <a:prstGeom prst="roundRect">
            <a:avLst>
              <a:gd name="adj" fmla="val 1200"/>
            </a:avLst>
          </a:prstGeom>
          <a:solidFill>
            <a:srgbClr val="B45309"/>
          </a:solidFill>
        </p:spPr>
        <p:txBody>
          <a:bodyPr wrap="square" lIns="72000" tIns="36000" rIns="72000" bIns="36000" anchor="ctr"/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FFFFF"/>
                </a:solidFill>
                <a:latin typeface="Malgun Gothic"/>
                <a:ea typeface="맑은 고딕"/>
              </a:rPr>
              <a:t>STEP 02  ·  </a:t>
            </a:r>
            <a:r>
              <a:rPr sz="1050" b="1" dirty="0" err="1">
                <a:solidFill>
                  <a:srgbClr val="FFFFFF"/>
                </a:solidFill>
                <a:latin typeface="Malgun Gothic"/>
                <a:ea typeface="맑은 고딕"/>
              </a:rPr>
              <a:t>FileGridManager</a:t>
            </a:r>
            <a:endParaRPr sz="1050" b="1" dirty="0">
              <a:solidFill>
                <a:srgbClr val="FFFFFF"/>
              </a:solidFill>
              <a:latin typeface="Malgun Gothic"/>
              <a:ea typeface="맑은 고딕"/>
            </a:endParaRPr>
          </a:p>
        </p:txBody>
      </p:sp>
      <p:sp>
        <p:nvSpPr>
          <p:cNvPr id="109" name="Pipeline Card 2 Bullets"/>
          <p:cNvSpPr txBox="1"/>
          <p:nvPr/>
        </p:nvSpPr>
        <p:spPr>
          <a:xfrm>
            <a:off x="4521295" y="4191423"/>
            <a:ext cx="3120000" cy="4500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 algn="l">
              <a:lnSpc>
                <a:spcPct val="115000"/>
              </a:lnSpc>
              <a:spcBef>
                <a:spcPts val="150"/>
              </a:spcBef>
            </a:pPr>
            <a:r>
              <a:rPr sz="850">
                <a:solidFill>
                  <a:srgbClr val="334155"/>
                </a:solidFill>
                <a:latin typeface="Malgun Gothic"/>
                <a:ea typeface="맑은 고딕"/>
              </a:rPr>
              <a:t>• 2D 인메모리 배열(gridArray[,]) 공간 분할 캐싱</a:t>
            </a:r>
          </a:p>
          <a:p>
            <a:pPr algn="l">
              <a:lnSpc>
                <a:spcPct val="115000"/>
              </a:lnSpc>
              <a:spcBef>
                <a:spcPts val="150"/>
              </a:spcBef>
            </a:pPr>
            <a:r>
              <a:rPr sz="850">
                <a:solidFill>
                  <a:srgbClr val="334155"/>
                </a:solidFill>
                <a:latin typeface="Malgun Gothic"/>
                <a:ea typeface="맑은 고딕"/>
              </a:rPr>
              <a:t>• 3×3 국소 인접 셀 O(1) 초고속 거리 매칭 탐색</a:t>
            </a:r>
          </a:p>
        </p:txBody>
      </p:sp>
      <p:sp>
        <p:nvSpPr>
          <p:cNvPr id="110" name="Pipeline Card 2 Code"/>
          <p:cNvSpPr txBox="1"/>
          <p:nvPr/>
        </p:nvSpPr>
        <p:spPr>
          <a:xfrm>
            <a:off x="4521295" y="4671423"/>
            <a:ext cx="3120000" cy="1150000"/>
          </a:xfrm>
          <a:prstGeom prst="roundRect">
            <a:avLst>
              <a:gd name="adj" fmla="val 1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80000" tIns="60000" rIns="80000" bIns="60000"/>
          <a:lstStyle/>
          <a:p>
            <a:pPr algn="l">
              <a:lnSpc>
                <a:spcPct val="108000"/>
              </a:lnSpc>
            </a:pP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// 2D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배열</a:t>
            </a: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기반</a:t>
            </a: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 3x3 O(1)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탐색</a:t>
            </a:r>
            <a:endParaRPr sz="720" dirty="0">
              <a:solidFill>
                <a:srgbClr val="94A3B8"/>
              </a:solidFill>
              <a:latin typeface="Consolas"/>
              <a:ea typeface="Consolas"/>
            </a:endParaRPr>
          </a:p>
          <a:p>
            <a:pPr algn="l">
              <a:lnSpc>
                <a:spcPct val="108000"/>
              </a:lnSpc>
            </a:pPr>
            <a:r>
              <a:rPr sz="720" b="1" dirty="0" err="1">
                <a:solidFill>
                  <a:srgbClr val="38BDF8"/>
                </a:solidFill>
                <a:latin typeface="Consolas"/>
                <a:ea typeface="Consolas"/>
              </a:rPr>
              <a:t>FileGrid</a:t>
            </a:r>
            <a:r>
              <a:rPr sz="720" b="1" dirty="0">
                <a:solidFill>
                  <a:srgbClr val="38BDF8"/>
                </a:solidFill>
                <a:latin typeface="Consolas"/>
                <a:ea typeface="Consolas"/>
              </a:rPr>
              <a:t>[,] 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gridArray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 = new 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FileGrid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[rows, cols];</a:t>
            </a:r>
          </a:p>
          <a:p>
            <a:pPr algn="l">
              <a:lnSpc>
                <a:spcPct val="108000"/>
              </a:lnSpc>
            </a:pPr>
            <a:r>
              <a:rPr sz="720" b="1" dirty="0">
                <a:solidFill>
                  <a:srgbClr val="38BDF8"/>
                </a:solidFill>
                <a:latin typeface="Consolas"/>
                <a:ea typeface="Consolas"/>
              </a:rPr>
              <a:t>for 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(int dx = -1; dx &lt;= 1; dx++)</a:t>
            </a:r>
          </a:p>
          <a:p>
            <a:pPr algn="l">
              <a:lnSpc>
                <a:spcPct val="108000"/>
              </a:lnSpc>
            </a:pPr>
            <a:r>
              <a:rPr sz="720" b="1" dirty="0">
                <a:solidFill>
                  <a:srgbClr val="38BDF8"/>
                </a:solidFill>
                <a:latin typeface="Consolas"/>
                <a:ea typeface="Consolas"/>
              </a:rPr>
              <a:t>    for 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(int 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dy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 = -1; 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dy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 &lt;= 1; 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dy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++)</a:t>
            </a:r>
          </a:p>
          <a:p>
            <a:pPr algn="l">
              <a:lnSpc>
                <a:spcPct val="108000"/>
              </a:lnSpc>
            </a:pP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        </a:t>
            </a:r>
            <a:r>
              <a:rPr sz="720" b="1" dirty="0" err="1">
                <a:solidFill>
                  <a:srgbClr val="FDE047"/>
                </a:solidFill>
                <a:latin typeface="Consolas"/>
                <a:ea typeface="Consolas"/>
              </a:rPr>
              <a:t>SearchClosest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(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gridArray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[x + dx, y + 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dy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]);</a:t>
            </a:r>
          </a:p>
        </p:txBody>
      </p:sp>
      <p:sp>
        <p:nvSpPr>
          <p:cNvPr id="111" name="Connector 2 Badge"/>
          <p:cNvSpPr txBox="1"/>
          <p:nvPr/>
        </p:nvSpPr>
        <p:spPr>
          <a:xfrm>
            <a:off x="7751295" y="4361423"/>
            <a:ext cx="590000" cy="46000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20000" tIns="20000" rIns="20000" bIns="20000" anchor="ctr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65F46"/>
                </a:solidFill>
                <a:latin typeface="Malgun Gothic"/>
                <a:ea typeface="맑은 고딕"/>
              </a:rPr>
              <a:t>2D 인덱스 참조</a:t>
            </a:r>
          </a:p>
          <a:p>
            <a:pPr algn="ctr">
              <a:lnSpc>
                <a:spcPct val="100000"/>
              </a:lnSpc>
            </a:pPr>
            <a:r>
              <a:rPr sz="750" b="1">
                <a:solidFill>
                  <a:srgbClr val="065F46"/>
                </a:solidFill>
                <a:latin typeface="Malgun Gothic"/>
                <a:ea typeface="맑은 고딕"/>
              </a:rPr>
              <a:t>&amp; 점유 제어</a:t>
            </a:r>
          </a:p>
        </p:txBody>
      </p:sp>
      <p:sp>
        <p:nvSpPr>
          <p:cNvPr id="112" name="Connector 2 Arrow"/>
          <p:cNvSpPr/>
          <p:nvPr/>
        </p:nvSpPr>
        <p:spPr>
          <a:xfrm>
            <a:off x="7791295" y="4901423"/>
            <a:ext cx="510000" cy="160000"/>
          </a:xfrm>
          <a:prstGeom prst="rightArrow">
            <a:avLst/>
          </a:prstGeom>
          <a:solidFill>
            <a:srgbClr val="059669"/>
          </a:solidFill>
        </p:spPr>
        <p:txBody>
          <a:bodyPr wrap="none"/>
          <a:lstStyle/>
          <a:p>
            <a:endParaRPr/>
          </a:p>
        </p:txBody>
      </p:sp>
      <p:sp>
        <p:nvSpPr>
          <p:cNvPr id="113" name="Pipeline Card 3 Container"/>
          <p:cNvSpPr/>
          <p:nvPr/>
        </p:nvSpPr>
        <p:spPr>
          <a:xfrm>
            <a:off x="8391295" y="3761423"/>
            <a:ext cx="3240000" cy="2120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4" name="Pipeline Card 3 Header"/>
          <p:cNvSpPr/>
          <p:nvPr/>
        </p:nvSpPr>
        <p:spPr>
          <a:xfrm>
            <a:off x="8391295" y="3761423"/>
            <a:ext cx="3240000" cy="400000"/>
          </a:xfrm>
          <a:prstGeom prst="roundRect">
            <a:avLst>
              <a:gd name="adj" fmla="val 1200"/>
            </a:avLst>
          </a:prstGeom>
          <a:solidFill>
            <a:srgbClr val="065F46"/>
          </a:solidFill>
        </p:spPr>
        <p:txBody>
          <a:bodyPr wrap="square" lIns="72000" tIns="36000" rIns="72000" bIns="36000" anchor="ctr"/>
          <a:lstStyle/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FFFFF"/>
                </a:solidFill>
                <a:latin typeface="Malgun Gothic"/>
                <a:ea typeface="맑은 고딕"/>
              </a:rPr>
              <a:t>STEP 03  ·  </a:t>
            </a:r>
            <a:r>
              <a:rPr sz="1050" b="1" dirty="0" err="1">
                <a:solidFill>
                  <a:srgbClr val="FFFFFF"/>
                </a:solidFill>
                <a:latin typeface="Malgun Gothic"/>
                <a:ea typeface="맑은 고딕"/>
              </a:rPr>
              <a:t>FileGrid</a:t>
            </a:r>
            <a:endParaRPr sz="1050" b="1" dirty="0">
              <a:solidFill>
                <a:srgbClr val="FFFFFF"/>
              </a:solidFill>
              <a:latin typeface="Malgun Gothic"/>
              <a:ea typeface="맑은 고딕"/>
            </a:endParaRPr>
          </a:p>
        </p:txBody>
      </p:sp>
      <p:sp>
        <p:nvSpPr>
          <p:cNvPr id="115" name="Pipeline Card 3 Bullets"/>
          <p:cNvSpPr txBox="1"/>
          <p:nvPr/>
        </p:nvSpPr>
        <p:spPr>
          <a:xfrm>
            <a:off x="8451295" y="4191423"/>
            <a:ext cx="3120000" cy="4500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 algn="l">
              <a:lnSpc>
                <a:spcPct val="115000"/>
              </a:lnSpc>
              <a:spcBef>
                <a:spcPts val="150"/>
              </a:spcBef>
            </a:pPr>
            <a:r>
              <a:rPr sz="850">
                <a:solidFill>
                  <a:srgbClr val="334155"/>
                </a:solidFill>
                <a:latin typeface="Malgun Gothic"/>
                <a:ea typeface="맑은 고딕"/>
              </a:rPr>
              <a:t>• 유닛 배치/이동 시 원자적 점유(SetOccupied) 및 롤백</a:t>
            </a:r>
          </a:p>
          <a:p>
            <a:pPr algn="l">
              <a:lnSpc>
                <a:spcPct val="115000"/>
              </a:lnSpc>
              <a:spcBef>
                <a:spcPts val="150"/>
              </a:spcBef>
            </a:pPr>
            <a:r>
              <a:rPr sz="850">
                <a:solidFill>
                  <a:srgbClr val="334155"/>
                </a:solidFill>
                <a:latin typeface="Malgun Gothic"/>
                <a:ea typeface="맑은 고딕"/>
              </a:rPr>
              <a:t>• 인접 타일 버프 소스 컬렉션 관리 및 스탯 갱신</a:t>
            </a:r>
          </a:p>
        </p:txBody>
      </p:sp>
      <p:sp>
        <p:nvSpPr>
          <p:cNvPr id="116" name="Pipeline Card 3 Code"/>
          <p:cNvSpPr txBox="1"/>
          <p:nvPr/>
        </p:nvSpPr>
        <p:spPr>
          <a:xfrm>
            <a:off x="8451295" y="4671423"/>
            <a:ext cx="3120000" cy="1150000"/>
          </a:xfrm>
          <a:prstGeom prst="roundRect">
            <a:avLst>
              <a:gd name="adj" fmla="val 1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80000" tIns="60000" rIns="80000" bIns="60000"/>
          <a:lstStyle/>
          <a:p>
            <a:pPr algn="l">
              <a:lnSpc>
                <a:spcPct val="108000"/>
              </a:lnSpc>
            </a:pP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//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원자적</a:t>
            </a: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유닛</a:t>
            </a: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점유</a:t>
            </a: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 &amp;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버프</a:t>
            </a:r>
            <a:r>
              <a:rPr sz="720" dirty="0">
                <a:solidFill>
                  <a:srgbClr val="94A3B8"/>
                </a:solidFill>
                <a:latin typeface="Consolas"/>
                <a:ea typeface="Consolas"/>
              </a:rPr>
              <a:t> </a:t>
            </a:r>
            <a:r>
              <a:rPr sz="720" dirty="0" err="1">
                <a:solidFill>
                  <a:srgbClr val="94A3B8"/>
                </a:solidFill>
                <a:latin typeface="Consolas"/>
                <a:ea typeface="Consolas"/>
              </a:rPr>
              <a:t>동기화</a:t>
            </a:r>
            <a:endParaRPr sz="720" dirty="0">
              <a:solidFill>
                <a:srgbClr val="94A3B8"/>
              </a:solidFill>
              <a:latin typeface="Consolas"/>
              <a:ea typeface="Consolas"/>
            </a:endParaRPr>
          </a:p>
          <a:p>
            <a:pPr algn="l">
              <a:lnSpc>
                <a:spcPct val="108000"/>
              </a:lnSpc>
            </a:pPr>
            <a:r>
              <a:rPr sz="720" b="1" dirty="0">
                <a:solidFill>
                  <a:srgbClr val="38BDF8"/>
                </a:solidFill>
                <a:latin typeface="Consolas"/>
                <a:ea typeface="Consolas"/>
              </a:rPr>
              <a:t>HashSet&lt;</a:t>
            </a:r>
            <a:r>
              <a:rPr sz="720" b="1" dirty="0" err="1">
                <a:solidFill>
                  <a:srgbClr val="38BDF8"/>
                </a:solidFill>
                <a:latin typeface="Consolas"/>
                <a:ea typeface="Consolas"/>
              </a:rPr>
              <a:t>File_Base</a:t>
            </a:r>
            <a:r>
              <a:rPr sz="720" b="1" dirty="0">
                <a:solidFill>
                  <a:srgbClr val="38BDF8"/>
                </a:solidFill>
                <a:latin typeface="Consolas"/>
                <a:ea typeface="Consolas"/>
              </a:rPr>
              <a:t>&gt; 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buffSources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;</a:t>
            </a:r>
          </a:p>
          <a:p>
            <a:pPr algn="l">
              <a:lnSpc>
                <a:spcPct val="108000"/>
              </a:lnSpc>
            </a:pPr>
            <a:r>
              <a:rPr sz="720" b="1" dirty="0">
                <a:solidFill>
                  <a:srgbClr val="38BDF8"/>
                </a:solidFill>
                <a:latin typeface="Consolas"/>
                <a:ea typeface="Consolas"/>
              </a:rPr>
              <a:t>public void </a:t>
            </a:r>
            <a:r>
              <a:rPr sz="720" b="1" dirty="0" err="1">
                <a:solidFill>
                  <a:srgbClr val="FDE047"/>
                </a:solidFill>
                <a:latin typeface="Consolas"/>
                <a:ea typeface="Consolas"/>
              </a:rPr>
              <a:t>SetOccupied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(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File_Base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 unit) </a:t>
            </a:r>
            <a:endParaRPr lang="en-US" sz="720" dirty="0">
              <a:solidFill>
                <a:srgbClr val="F8FAFC"/>
              </a:solidFill>
              <a:latin typeface="Consolas"/>
              <a:ea typeface="Consolas"/>
            </a:endParaRPr>
          </a:p>
          <a:p>
            <a:pPr algn="l">
              <a:lnSpc>
                <a:spcPct val="108000"/>
              </a:lnSpc>
            </a:pP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{</a:t>
            </a:r>
          </a:p>
          <a:p>
            <a:pPr algn="l">
              <a:lnSpc>
                <a:spcPct val="108000"/>
              </a:lnSpc>
            </a:pP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    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CurrentUnit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 = unit;</a:t>
            </a:r>
          </a:p>
          <a:p>
            <a:pPr algn="l">
              <a:lnSpc>
                <a:spcPct val="108000"/>
              </a:lnSpc>
            </a:pP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    </a:t>
            </a:r>
            <a:r>
              <a:rPr sz="720" b="1" dirty="0" err="1">
                <a:solidFill>
                  <a:srgbClr val="FDE047"/>
                </a:solidFill>
                <a:latin typeface="Consolas"/>
                <a:ea typeface="Consolas"/>
              </a:rPr>
              <a:t>UpdateBuffs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(</a:t>
            </a:r>
            <a:r>
              <a:rPr sz="720" dirty="0" err="1">
                <a:solidFill>
                  <a:srgbClr val="F8FAFC"/>
                </a:solidFill>
                <a:latin typeface="Consolas"/>
                <a:ea typeface="Consolas"/>
              </a:rPr>
              <a:t>buffSources</a:t>
            </a: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);</a:t>
            </a:r>
            <a:endParaRPr lang="en-US" sz="720" dirty="0">
              <a:solidFill>
                <a:srgbClr val="F8FAFC"/>
              </a:solidFill>
              <a:latin typeface="Consolas"/>
              <a:ea typeface="Consolas"/>
            </a:endParaRPr>
          </a:p>
          <a:p>
            <a:pPr algn="l">
              <a:lnSpc>
                <a:spcPct val="108000"/>
              </a:lnSpc>
            </a:pPr>
            <a:r>
              <a:rPr sz="720" dirty="0">
                <a:solidFill>
                  <a:srgbClr val="F8FAFC"/>
                </a:solidFill>
                <a:latin typeface="Consolas"/>
                <a:ea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5871" y="96265"/>
            <a:ext cx="11752896" cy="6109335"/>
            <a:chOff x="330961" y="96265"/>
            <a:chExt cx="11647805" cy="6109335"/>
          </a:xfrm>
        </p:grpSpPr>
        <p:sp>
          <p:nvSpPr>
            <p:cNvPr id="3" name="object 3"/>
            <p:cNvSpPr/>
            <p:nvPr/>
          </p:nvSpPr>
          <p:spPr>
            <a:xfrm>
              <a:off x="343661" y="108965"/>
              <a:ext cx="11622405" cy="6083935"/>
            </a:xfrm>
            <a:custGeom>
              <a:avLst/>
              <a:gdLst/>
              <a:ahLst/>
              <a:cxnLst/>
              <a:rect l="l" t="t" r="r" b="b"/>
              <a:pathLst>
                <a:path w="11622405" h="6083935">
                  <a:moveTo>
                    <a:pt x="11622024" y="0"/>
                  </a:moveTo>
                  <a:lnTo>
                    <a:pt x="0" y="0"/>
                  </a:lnTo>
                  <a:lnTo>
                    <a:pt x="0" y="6083808"/>
                  </a:lnTo>
                  <a:lnTo>
                    <a:pt x="11622024" y="6083808"/>
                  </a:lnTo>
                  <a:lnTo>
                    <a:pt x="1162202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3661" y="108965"/>
              <a:ext cx="11622405" cy="6083935"/>
            </a:xfrm>
            <a:custGeom>
              <a:avLst/>
              <a:gdLst/>
              <a:ahLst/>
              <a:cxnLst/>
              <a:rect l="l" t="t" r="r" b="b"/>
              <a:pathLst>
                <a:path w="11622405" h="6083935">
                  <a:moveTo>
                    <a:pt x="0" y="6083808"/>
                  </a:moveTo>
                  <a:lnTo>
                    <a:pt x="11622024" y="6083808"/>
                  </a:lnTo>
                  <a:lnTo>
                    <a:pt x="11622024" y="0"/>
                  </a:lnTo>
                  <a:lnTo>
                    <a:pt x="0" y="0"/>
                  </a:lnTo>
                  <a:lnTo>
                    <a:pt x="0" y="608380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759" y="128015"/>
              <a:ext cx="11576685" cy="285115"/>
            </a:xfrm>
            <a:custGeom>
              <a:avLst/>
              <a:gdLst/>
              <a:ahLst/>
              <a:cxnLst/>
              <a:rect l="l" t="t" r="r" b="b"/>
              <a:pathLst>
                <a:path w="11576685" h="285115">
                  <a:moveTo>
                    <a:pt x="11576304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11576304" y="284988"/>
                  </a:lnTo>
                  <a:lnTo>
                    <a:pt x="115763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4725" y="514349"/>
              <a:ext cx="11358880" cy="5577840"/>
            </a:xfrm>
            <a:custGeom>
              <a:avLst/>
              <a:gdLst/>
              <a:ahLst/>
              <a:cxnLst/>
              <a:rect l="l" t="t" r="r" b="b"/>
              <a:pathLst>
                <a:path w="11358880" h="5577840">
                  <a:moveTo>
                    <a:pt x="11358372" y="0"/>
                  </a:moveTo>
                  <a:lnTo>
                    <a:pt x="0" y="0"/>
                  </a:lnTo>
                  <a:lnTo>
                    <a:pt x="0" y="5577840"/>
                  </a:lnTo>
                  <a:lnTo>
                    <a:pt x="11358372" y="5577840"/>
                  </a:lnTo>
                  <a:lnTo>
                    <a:pt x="11358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4725" y="514349"/>
              <a:ext cx="11358880" cy="5577840"/>
            </a:xfrm>
            <a:custGeom>
              <a:avLst/>
              <a:gdLst/>
              <a:ahLst/>
              <a:cxnLst/>
              <a:rect l="l" t="t" r="r" b="b"/>
              <a:pathLst>
                <a:path w="11358880" h="5577840">
                  <a:moveTo>
                    <a:pt x="0" y="5577840"/>
                  </a:moveTo>
                  <a:lnTo>
                    <a:pt x="11358372" y="5577840"/>
                  </a:lnTo>
                  <a:lnTo>
                    <a:pt x="11358372" y="0"/>
                  </a:lnTo>
                  <a:lnTo>
                    <a:pt x="0" y="0"/>
                  </a:lnTo>
                  <a:lnTo>
                    <a:pt x="0" y="5577840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657076" y="158496"/>
              <a:ext cx="241300" cy="222885"/>
            </a:xfrm>
            <a:custGeom>
              <a:avLst/>
              <a:gdLst/>
              <a:ahLst/>
              <a:cxnLst/>
              <a:rect l="l" t="t" r="r" b="b"/>
              <a:pathLst>
                <a:path w="241300" h="222885">
                  <a:moveTo>
                    <a:pt x="240792" y="0"/>
                  </a:moveTo>
                  <a:lnTo>
                    <a:pt x="0" y="0"/>
                  </a:lnTo>
                  <a:lnTo>
                    <a:pt x="0" y="222503"/>
                  </a:lnTo>
                  <a:lnTo>
                    <a:pt x="240792" y="222503"/>
                  </a:lnTo>
                  <a:lnTo>
                    <a:pt x="240792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657076" y="158496"/>
              <a:ext cx="241300" cy="222885"/>
            </a:xfrm>
            <a:custGeom>
              <a:avLst/>
              <a:gdLst/>
              <a:ahLst/>
              <a:cxnLst/>
              <a:rect l="l" t="t" r="r" b="b"/>
              <a:pathLst>
                <a:path w="241300" h="222885">
                  <a:moveTo>
                    <a:pt x="0" y="222503"/>
                  </a:moveTo>
                  <a:lnTo>
                    <a:pt x="240792" y="222503"/>
                  </a:lnTo>
                  <a:lnTo>
                    <a:pt x="240792" y="0"/>
                  </a:lnTo>
                  <a:lnTo>
                    <a:pt x="0" y="0"/>
                  </a:lnTo>
                  <a:lnTo>
                    <a:pt x="0" y="2225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4487" y="176276"/>
            <a:ext cx="142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Tower</a:t>
            </a:r>
            <a:r>
              <a:rPr sz="1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Defence.exe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32768" y="183260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0754" y="577594"/>
            <a:ext cx="11450313" cy="236633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0" rIns="0" bIns="0" rtlCol="0">
            <a:spAutoFit/>
          </a:bodyPr>
          <a:lstStyle/>
          <a:p>
            <a:pPr marL="414655" algn="ctr">
              <a:lnSpc>
                <a:spcPts val="1810"/>
              </a:lnSpc>
            </a:pP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월드</a:t>
            </a:r>
            <a:r>
              <a:rPr sz="1600" b="1" spc="-1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좌표로</a:t>
            </a:r>
            <a:r>
              <a:rPr sz="1600" b="1" spc="-1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변환한</a:t>
            </a:r>
            <a:r>
              <a:rPr sz="1600" b="1" spc="-1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결과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6476999"/>
            <a:ext cx="12192000" cy="381000"/>
            <a:chOff x="0" y="6476999"/>
            <a:chExt cx="12192000" cy="381000"/>
          </a:xfrm>
        </p:grpSpPr>
        <p:sp>
          <p:nvSpPr>
            <p:cNvPr id="14" name="object 14"/>
            <p:cNvSpPr/>
            <p:nvPr/>
          </p:nvSpPr>
          <p:spPr>
            <a:xfrm>
              <a:off x="0" y="6476999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121920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12192000" y="3809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6476999"/>
              <a:ext cx="12192000" cy="18415"/>
            </a:xfrm>
            <a:custGeom>
              <a:avLst/>
              <a:gdLst/>
              <a:ahLst/>
              <a:cxnLst/>
              <a:rect l="l" t="t" r="r" b="b"/>
              <a:pathLst>
                <a:path w="12192000" h="18414">
                  <a:moveTo>
                    <a:pt x="121920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2192000" y="182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861" y="6515860"/>
              <a:ext cx="858519" cy="304800"/>
            </a:xfrm>
            <a:custGeom>
              <a:avLst/>
              <a:gdLst/>
              <a:ahLst/>
              <a:cxnLst/>
              <a:rect l="l" t="t" r="r" b="b"/>
              <a:pathLst>
                <a:path w="858519" h="304800">
                  <a:moveTo>
                    <a:pt x="0" y="304800"/>
                  </a:moveTo>
                  <a:lnTo>
                    <a:pt x="858012" y="304800"/>
                  </a:lnTo>
                  <a:lnTo>
                    <a:pt x="858012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714500" y="3048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53261" y="6515860"/>
              <a:ext cx="11143615" cy="304800"/>
            </a:xfrm>
            <a:custGeom>
              <a:avLst/>
              <a:gdLst/>
              <a:ahLst/>
              <a:cxnLst/>
              <a:rect l="l" t="t" r="r" b="b"/>
              <a:pathLst>
                <a:path w="11143615" h="304800">
                  <a:moveTo>
                    <a:pt x="0" y="304800"/>
                  </a:moveTo>
                  <a:lnTo>
                    <a:pt x="1714500" y="304800"/>
                  </a:lnTo>
                  <a:lnTo>
                    <a:pt x="17145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  <a:path w="11143615" h="304800">
                  <a:moveTo>
                    <a:pt x="9525000" y="286512"/>
                  </a:moveTo>
                  <a:lnTo>
                    <a:pt x="11143488" y="286512"/>
                  </a:lnTo>
                  <a:lnTo>
                    <a:pt x="11143488" y="19812"/>
                  </a:lnTo>
                  <a:lnTo>
                    <a:pt x="9525000" y="19812"/>
                  </a:lnTo>
                  <a:lnTo>
                    <a:pt x="9525000" y="286512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gen-dedup-b7042822c590cf1066a472ff1b5b8f45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021" y="6605153"/>
              <a:ext cx="119555" cy="120071"/>
            </a:xfrm>
            <a:prstGeom prst="rect">
              <a:avLst/>
            </a:prstGeom>
          </p:spPr>
        </p:pic>
        <p:pic>
          <p:nvPicPr>
            <p:cNvPr id="20" name="object 20" descr="gen-dedup-ba9d3020b28ee88c3f41e8c221d65fea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1466" y="6609771"/>
              <a:ext cx="86868" cy="115453"/>
            </a:xfrm>
            <a:prstGeom prst="rect">
              <a:avLst/>
            </a:prstGeom>
          </p:spPr>
        </p:pic>
        <p:pic>
          <p:nvPicPr>
            <p:cNvPr id="21" name="object 21" descr="gen-dedup-7740a029182e5c65b65e33d2aaed94e2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87366" y="6625296"/>
              <a:ext cx="124690" cy="89095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3305081" y="901446"/>
            <a:ext cx="8393399" cy="2796540"/>
            <a:chOff x="3714750" y="901446"/>
            <a:chExt cx="3108960" cy="2796540"/>
          </a:xfrm>
        </p:grpSpPr>
        <p:sp>
          <p:nvSpPr>
            <p:cNvPr id="28" name="object 28"/>
            <p:cNvSpPr/>
            <p:nvPr/>
          </p:nvSpPr>
          <p:spPr>
            <a:xfrm>
              <a:off x="3714750" y="901446"/>
              <a:ext cx="3108960" cy="2796540"/>
            </a:xfrm>
            <a:custGeom>
              <a:avLst/>
              <a:gdLst/>
              <a:ahLst/>
              <a:cxnLst/>
              <a:rect l="l" t="t" r="r" b="b"/>
              <a:pathLst>
                <a:path w="3108959" h="2796540">
                  <a:moveTo>
                    <a:pt x="3108959" y="0"/>
                  </a:moveTo>
                  <a:lnTo>
                    <a:pt x="0" y="0"/>
                  </a:lnTo>
                  <a:lnTo>
                    <a:pt x="0" y="2796540"/>
                  </a:lnTo>
                  <a:lnTo>
                    <a:pt x="3108959" y="2796540"/>
                  </a:lnTo>
                  <a:lnTo>
                    <a:pt x="310895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14750" y="901446"/>
              <a:ext cx="3108960" cy="2796540"/>
            </a:xfrm>
            <a:custGeom>
              <a:avLst/>
              <a:gdLst/>
              <a:ahLst/>
              <a:cxnLst/>
              <a:rect l="l" t="t" r="r" b="b"/>
              <a:pathLst>
                <a:path w="3108959" h="2796540">
                  <a:moveTo>
                    <a:pt x="0" y="2796540"/>
                  </a:moveTo>
                  <a:lnTo>
                    <a:pt x="3108959" y="2796540"/>
                  </a:lnTo>
                  <a:lnTo>
                    <a:pt x="3108959" y="0"/>
                  </a:lnTo>
                  <a:lnTo>
                    <a:pt x="0" y="0"/>
                  </a:lnTo>
                  <a:lnTo>
                    <a:pt x="0" y="279654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344169" y="920497"/>
            <a:ext cx="8313160" cy="182101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2794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220"/>
              </a:spcBef>
            </a:pPr>
            <a:r>
              <a:rPr sz="1000" b="1" spc="-10" dirty="0">
                <a:solidFill>
                  <a:srgbClr val="FFFFFF"/>
                </a:solidFill>
                <a:latin typeface="Malgun Gothic"/>
                <a:cs typeface="Malgun Gothic"/>
              </a:rPr>
              <a:t>결과물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(Result)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34211" y="881880"/>
            <a:ext cx="2704338" cy="2827782"/>
            <a:chOff x="655319" y="899160"/>
            <a:chExt cx="2704338" cy="2827782"/>
          </a:xfrm>
        </p:grpSpPr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319" y="899160"/>
              <a:ext cx="2704338" cy="2827782"/>
            </a:xfrm>
            <a:prstGeom prst="rect">
              <a:avLst/>
            </a:prstGeom>
          </p:spPr>
        </p:pic>
        <p:pic>
          <p:nvPicPr>
            <p:cNvPr id="34" name="object 34" descr="gen-dedup-bfb30a8c33a15379318ffec01db3f8c0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3523" y="984504"/>
              <a:ext cx="449580" cy="40081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38427" y="1480819"/>
            <a:ext cx="2279650" cy="173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algun Gothic"/>
                <a:cs typeface="Malgun Gothic"/>
              </a:rPr>
              <a:t>그리드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공간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별로</a:t>
            </a:r>
            <a:endParaRPr sz="1400" dirty="0">
              <a:latin typeface="Malgun Gothic"/>
              <a:cs typeface="Malgun Gothic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Malgun Gothic"/>
                <a:cs typeface="Malgun Gothic"/>
              </a:rPr>
              <a:t>유닛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배치</a:t>
            </a:r>
            <a:r>
              <a:rPr sz="1400" spc="-18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및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영역</a:t>
            </a:r>
            <a:r>
              <a:rPr sz="1400" spc="-18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밖에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있는 </a:t>
            </a:r>
            <a:r>
              <a:rPr sz="1400" dirty="0">
                <a:latin typeface="Malgun Gothic"/>
                <a:cs typeface="Malgun Gothic"/>
              </a:rPr>
              <a:t>파일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유닛은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근접한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그리드로 </a:t>
            </a:r>
            <a:r>
              <a:rPr sz="1400" dirty="0">
                <a:latin typeface="Malgun Gothic"/>
                <a:cs typeface="Malgun Gothic"/>
              </a:rPr>
              <a:t>점유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하도록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설계</a:t>
            </a:r>
            <a:endParaRPr sz="1400" dirty="0">
              <a:latin typeface="Malgun Gothic"/>
              <a:cs typeface="Malgun Gothic"/>
            </a:endParaRPr>
          </a:p>
          <a:p>
            <a:pPr marL="12700" marR="137160">
              <a:lnSpc>
                <a:spcPct val="100000"/>
              </a:lnSpc>
              <a:spcBef>
                <a:spcPts val="1675"/>
              </a:spcBef>
            </a:pPr>
            <a:r>
              <a:rPr sz="1400" dirty="0">
                <a:latin typeface="Malgun Gothic"/>
                <a:cs typeface="Malgun Gothic"/>
              </a:rPr>
              <a:t>이</a:t>
            </a:r>
            <a:r>
              <a:rPr sz="1400" spc="-18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결과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Calibri"/>
                <a:cs typeface="Calibri"/>
              </a:rPr>
              <a:t>Windows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바탕화면 </a:t>
            </a:r>
            <a:r>
              <a:rPr sz="1400" dirty="0">
                <a:latin typeface="Malgun Gothic"/>
                <a:cs typeface="Malgun Gothic"/>
              </a:rPr>
              <a:t>아이콘을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드래그</a:t>
            </a:r>
            <a:r>
              <a:rPr sz="1400" spc="-10" dirty="0">
                <a:latin typeface="Calibri"/>
                <a:cs typeface="Calibri"/>
              </a:rPr>
              <a:t>&amp;</a:t>
            </a:r>
            <a:r>
              <a:rPr sz="1400" spc="-10" dirty="0">
                <a:latin typeface="Malgun Gothic"/>
                <a:cs typeface="Malgun Gothic"/>
              </a:rPr>
              <a:t>드랍하는 </a:t>
            </a:r>
            <a:r>
              <a:rPr sz="1400" dirty="0">
                <a:latin typeface="Malgun Gothic"/>
                <a:cs typeface="Malgun Gothic"/>
              </a:rPr>
              <a:t>느낌을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유지할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수</a:t>
            </a:r>
            <a:r>
              <a:rPr sz="1400" spc="-18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있었음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34211" y="3785990"/>
            <a:ext cx="2704465" cy="2172970"/>
            <a:chOff x="655319" y="3773423"/>
            <a:chExt cx="2704465" cy="2172970"/>
          </a:xfrm>
        </p:grpSpPr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319" y="3773423"/>
              <a:ext cx="2704338" cy="2172462"/>
            </a:xfrm>
            <a:prstGeom prst="rect">
              <a:avLst/>
            </a:prstGeom>
          </p:spPr>
        </p:pic>
        <p:pic>
          <p:nvPicPr>
            <p:cNvPr id="40" name="object 40" descr="gen-dedup-bfb30a8c33a15379318ffec01db3f8c0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4859" y="3883151"/>
              <a:ext cx="451103" cy="399288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535404" y="4415275"/>
            <a:ext cx="227965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algun Gothic"/>
                <a:cs typeface="Malgun Gothic"/>
              </a:rPr>
              <a:t>유연한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그리드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설정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수정</a:t>
            </a:r>
            <a:r>
              <a:rPr sz="1400" spc="-25" dirty="0">
                <a:latin typeface="Calibri"/>
                <a:cs typeface="Calibri"/>
              </a:rPr>
              <a:t>, </a:t>
            </a:r>
            <a:r>
              <a:rPr sz="1400" dirty="0">
                <a:latin typeface="Malgun Gothic"/>
                <a:cs typeface="Malgun Gothic"/>
              </a:rPr>
              <a:t>그리드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셸</a:t>
            </a:r>
            <a:r>
              <a:rPr sz="1400" spc="-18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크기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자동</a:t>
            </a:r>
            <a:r>
              <a:rPr sz="1400" spc="-18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조정 </a:t>
            </a:r>
            <a:r>
              <a:rPr sz="1400" dirty="0">
                <a:latin typeface="Malgun Gothic"/>
                <a:cs typeface="Malgun Gothic"/>
              </a:rPr>
              <a:t>기능을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가진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레이아웃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클래스</a:t>
            </a:r>
            <a:endParaRPr sz="1400" dirty="0">
              <a:latin typeface="Malgun Gothic"/>
              <a:cs typeface="Malgun Gothic"/>
            </a:endParaRPr>
          </a:p>
          <a:p>
            <a:pPr marL="12700" marR="222885">
              <a:lnSpc>
                <a:spcPct val="100000"/>
              </a:lnSpc>
              <a:spcBef>
                <a:spcPts val="1685"/>
              </a:spcBef>
            </a:pPr>
            <a:r>
              <a:rPr sz="1400" dirty="0">
                <a:latin typeface="Malgun Gothic"/>
                <a:cs typeface="Malgun Gothic"/>
              </a:rPr>
              <a:t>해당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레이아웃으로</a:t>
            </a:r>
            <a:r>
              <a:rPr sz="1400" spc="-204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생성한 </a:t>
            </a:r>
            <a:r>
              <a:rPr sz="1400" spc="-10" dirty="0">
                <a:latin typeface="Malgun Gothic"/>
                <a:cs typeface="Malgun Gothic"/>
              </a:rPr>
              <a:t>그리드들</a:t>
            </a:r>
            <a:r>
              <a:rPr sz="1400" spc="-10" dirty="0">
                <a:latin typeface="Calibri"/>
                <a:cs typeface="Calibri"/>
              </a:rPr>
              <a:t>(</a:t>
            </a:r>
            <a:r>
              <a:rPr sz="1400" spc="-10" dirty="0">
                <a:latin typeface="Malgun Gothic"/>
                <a:cs typeface="Malgun Gothic"/>
              </a:rPr>
              <a:t>초록색</a:t>
            </a:r>
            <a:r>
              <a:rPr sz="1400" spc="-10" dirty="0">
                <a:latin typeface="Calibri"/>
                <a:cs typeface="Calibri"/>
              </a:rPr>
              <a:t>)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713988" y="3761232"/>
            <a:ext cx="7893050" cy="2234565"/>
            <a:chOff x="3713988" y="3761232"/>
            <a:chExt cx="7893050" cy="2234565"/>
          </a:xfrm>
        </p:grpSpPr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13988" y="3939540"/>
              <a:ext cx="4652771" cy="187909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97823" y="3761232"/>
              <a:ext cx="3108960" cy="2234183"/>
            </a:xfrm>
            <a:prstGeom prst="rect">
              <a:avLst/>
            </a:prstGeom>
          </p:spPr>
        </p:pic>
      </p:grp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225701" y="6571850"/>
            <a:ext cx="1442059" cy="16158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altLang="ko-KR" sz="900" b="1" dirty="0">
                <a:solidFill>
                  <a:schemeClr val="tx1"/>
                </a:solidFill>
                <a:latin typeface="Arial"/>
                <a:cs typeface="Arial"/>
              </a:rPr>
              <a:t>File</a:t>
            </a:r>
            <a:r>
              <a:rPr lang="en-US" altLang="ko-KR" sz="900" b="1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Arial"/>
                <a:cs typeface="Arial"/>
              </a:rPr>
              <a:t>Tower</a:t>
            </a:r>
            <a:r>
              <a:rPr lang="en-US" altLang="ko-KR" sz="9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ko-KR" sz="900" b="1" spc="-10" dirty="0">
                <a:solidFill>
                  <a:schemeClr val="tx1"/>
                </a:solidFill>
                <a:latin typeface="Arial"/>
                <a:cs typeface="Arial"/>
              </a:rPr>
              <a:t>Defence</a:t>
            </a:r>
            <a:r>
              <a:rPr sz="900" b="1" spc="-10" dirty="0">
                <a:solidFill>
                  <a:schemeClr val="tx1"/>
                </a:solidFill>
                <a:latin typeface="Arial"/>
                <a:cs typeface="Arial"/>
              </a:rPr>
              <a:t>.exe</a:t>
            </a:r>
            <a:endParaRPr sz="9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113134" y="6586010"/>
            <a:ext cx="56451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10:00</a:t>
            </a:r>
            <a:r>
              <a:rPr sz="1000" spc="-25" dirty="0">
                <a:latin typeface="Arial"/>
                <a:cs typeface="Arial"/>
              </a:rPr>
              <a:t> AM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73DA538F-8F8C-5269-F58F-361EA453A9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853" y="1308903"/>
            <a:ext cx="2581413" cy="2013413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3793A54C-52AE-3D85-8D4D-81CB5D6DF4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119" y="1308904"/>
            <a:ext cx="2657528" cy="2013415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215CA7E3-963B-CCA5-E993-98381D74BD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899" y="1308905"/>
            <a:ext cx="2985702" cy="201341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6A3D2BE-9AA4-B4BC-203A-8D5F60125C4B}"/>
              </a:ext>
            </a:extLst>
          </p:cNvPr>
          <p:cNvSpPr txBox="1"/>
          <p:nvPr/>
        </p:nvSpPr>
        <p:spPr>
          <a:xfrm>
            <a:off x="3698449" y="3356264"/>
            <a:ext cx="1910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</a:t>
            </a:r>
            <a:r>
              <a:rPr lang="ko-KR" altLang="en-US" sz="1400" dirty="0"/>
              <a:t>단계 파일 객체 선택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02CB75-C16D-5AC5-E343-56C3DAF66908}"/>
              </a:ext>
            </a:extLst>
          </p:cNvPr>
          <p:cNvSpPr txBox="1"/>
          <p:nvPr/>
        </p:nvSpPr>
        <p:spPr>
          <a:xfrm>
            <a:off x="6486968" y="3361639"/>
            <a:ext cx="2098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</a:t>
            </a:r>
            <a:r>
              <a:rPr lang="ko-KR" altLang="en-US" sz="1400" dirty="0"/>
              <a:t>단계 파일 객체 드래그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DF20EA-990D-A591-C493-555FF49BF2B8}"/>
              </a:ext>
            </a:extLst>
          </p:cNvPr>
          <p:cNvSpPr txBox="1"/>
          <p:nvPr/>
        </p:nvSpPr>
        <p:spPr>
          <a:xfrm>
            <a:off x="9255735" y="3361812"/>
            <a:ext cx="2247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3</a:t>
            </a:r>
            <a:r>
              <a:rPr lang="ko-KR" altLang="en-US" sz="1400" dirty="0"/>
              <a:t>단계 원하는 위치에 배치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81610" y="96265"/>
            <a:ext cx="11797030" cy="6109335"/>
            <a:chOff x="181610" y="96265"/>
            <a:chExt cx="11797030" cy="6109335"/>
          </a:xfrm>
        </p:grpSpPr>
        <p:sp>
          <p:nvSpPr>
            <p:cNvPr id="4" name="object 4"/>
            <p:cNvSpPr/>
            <p:nvPr/>
          </p:nvSpPr>
          <p:spPr>
            <a:xfrm>
              <a:off x="194310" y="108965"/>
              <a:ext cx="11771630" cy="6083935"/>
            </a:xfrm>
            <a:custGeom>
              <a:avLst/>
              <a:gdLst/>
              <a:ahLst/>
              <a:cxnLst/>
              <a:rect l="l" t="t" r="r" b="b"/>
              <a:pathLst>
                <a:path w="11771630" h="6083935">
                  <a:moveTo>
                    <a:pt x="11771376" y="0"/>
                  </a:moveTo>
                  <a:lnTo>
                    <a:pt x="0" y="0"/>
                  </a:lnTo>
                  <a:lnTo>
                    <a:pt x="0" y="6083808"/>
                  </a:lnTo>
                  <a:lnTo>
                    <a:pt x="11771376" y="6083808"/>
                  </a:lnTo>
                  <a:lnTo>
                    <a:pt x="1177137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4310" y="108965"/>
              <a:ext cx="11771630" cy="6083935"/>
            </a:xfrm>
            <a:custGeom>
              <a:avLst/>
              <a:gdLst/>
              <a:ahLst/>
              <a:cxnLst/>
              <a:rect l="l" t="t" r="r" b="b"/>
              <a:pathLst>
                <a:path w="11771630" h="6083935">
                  <a:moveTo>
                    <a:pt x="0" y="6083808"/>
                  </a:moveTo>
                  <a:lnTo>
                    <a:pt x="11771376" y="6083808"/>
                  </a:lnTo>
                  <a:lnTo>
                    <a:pt x="11771376" y="0"/>
                  </a:lnTo>
                  <a:lnTo>
                    <a:pt x="0" y="0"/>
                  </a:lnTo>
                  <a:lnTo>
                    <a:pt x="0" y="608380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4884" y="128015"/>
              <a:ext cx="11727180" cy="285115"/>
            </a:xfrm>
            <a:custGeom>
              <a:avLst/>
              <a:gdLst/>
              <a:ahLst/>
              <a:cxnLst/>
              <a:rect l="l" t="t" r="r" b="b"/>
              <a:pathLst>
                <a:path w="11727180" h="285115">
                  <a:moveTo>
                    <a:pt x="11727180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11727180" y="284988"/>
                  </a:lnTo>
                  <a:lnTo>
                    <a:pt x="1172718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6897" y="514349"/>
              <a:ext cx="11504930" cy="5577840"/>
            </a:xfrm>
            <a:custGeom>
              <a:avLst/>
              <a:gdLst/>
              <a:ahLst/>
              <a:cxnLst/>
              <a:rect l="l" t="t" r="r" b="b"/>
              <a:pathLst>
                <a:path w="11504930" h="5577840">
                  <a:moveTo>
                    <a:pt x="11504676" y="0"/>
                  </a:moveTo>
                  <a:lnTo>
                    <a:pt x="0" y="0"/>
                  </a:lnTo>
                  <a:lnTo>
                    <a:pt x="0" y="5577840"/>
                  </a:lnTo>
                  <a:lnTo>
                    <a:pt x="11504676" y="5577840"/>
                  </a:lnTo>
                  <a:lnTo>
                    <a:pt x="11504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6897" y="514349"/>
              <a:ext cx="11504930" cy="5577840"/>
            </a:xfrm>
            <a:custGeom>
              <a:avLst/>
              <a:gdLst/>
              <a:ahLst/>
              <a:cxnLst/>
              <a:rect l="l" t="t" r="r" b="b"/>
              <a:pathLst>
                <a:path w="11504930" h="5577840">
                  <a:moveTo>
                    <a:pt x="0" y="5577840"/>
                  </a:moveTo>
                  <a:lnTo>
                    <a:pt x="11504676" y="5577840"/>
                  </a:lnTo>
                  <a:lnTo>
                    <a:pt x="11504676" y="0"/>
                  </a:lnTo>
                  <a:lnTo>
                    <a:pt x="0" y="0"/>
                  </a:lnTo>
                  <a:lnTo>
                    <a:pt x="0" y="5577840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652503" y="158496"/>
              <a:ext cx="245745" cy="222885"/>
            </a:xfrm>
            <a:custGeom>
              <a:avLst/>
              <a:gdLst/>
              <a:ahLst/>
              <a:cxnLst/>
              <a:rect l="l" t="t" r="r" b="b"/>
              <a:pathLst>
                <a:path w="245745" h="222885">
                  <a:moveTo>
                    <a:pt x="245364" y="0"/>
                  </a:moveTo>
                  <a:lnTo>
                    <a:pt x="0" y="0"/>
                  </a:lnTo>
                  <a:lnTo>
                    <a:pt x="0" y="222503"/>
                  </a:lnTo>
                  <a:lnTo>
                    <a:pt x="245364" y="222503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652503" y="158496"/>
              <a:ext cx="245745" cy="222885"/>
            </a:xfrm>
            <a:custGeom>
              <a:avLst/>
              <a:gdLst/>
              <a:ahLst/>
              <a:cxnLst/>
              <a:rect l="l" t="t" r="r" b="b"/>
              <a:pathLst>
                <a:path w="245745" h="222885">
                  <a:moveTo>
                    <a:pt x="0" y="222503"/>
                  </a:moveTo>
                  <a:lnTo>
                    <a:pt x="245364" y="222503"/>
                  </a:lnTo>
                  <a:lnTo>
                    <a:pt x="245364" y="0"/>
                  </a:lnTo>
                  <a:lnTo>
                    <a:pt x="0" y="0"/>
                  </a:lnTo>
                  <a:lnTo>
                    <a:pt x="0" y="2225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46659" y="176276"/>
            <a:ext cx="142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Tower</a:t>
            </a:r>
            <a:r>
              <a:rPr sz="1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Defence.exe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30990" y="183260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525780" y="716280"/>
            <a:ext cx="11105515" cy="50800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88265" rIns="0" bIns="0" rtlCol="0">
            <a:spAutoFit/>
          </a:bodyPr>
          <a:lstStyle/>
          <a:p>
            <a:pPr marL="445770" algn="ctr">
              <a:lnSpc>
                <a:spcPct val="100000"/>
              </a:lnSpc>
              <a:spcBef>
                <a:spcPts val="695"/>
              </a:spcBef>
            </a:pPr>
            <a:r>
              <a:rPr sz="2000" i="0" spc="-10" dirty="0">
                <a:latin typeface="Malgun Gothic"/>
                <a:cs typeface="Malgun Gothic"/>
              </a:rPr>
              <a:t>입력</a:t>
            </a:r>
            <a:r>
              <a:rPr sz="2000" i="0" spc="-254" dirty="0">
                <a:latin typeface="Malgun Gothic"/>
                <a:cs typeface="Malgun Gothic"/>
              </a:rPr>
              <a:t> </a:t>
            </a:r>
            <a:r>
              <a:rPr sz="2000" i="0" dirty="0">
                <a:latin typeface="Malgun Gothic"/>
                <a:cs typeface="Malgun Gothic"/>
              </a:rPr>
              <a:t>이벤트</a:t>
            </a:r>
            <a:r>
              <a:rPr sz="2000" i="0" spc="-275" dirty="0">
                <a:latin typeface="Malgun Gothic"/>
                <a:cs typeface="Malgun Gothic"/>
              </a:rPr>
              <a:t> </a:t>
            </a:r>
            <a:r>
              <a:rPr sz="2000" i="0" spc="-10" dirty="0">
                <a:latin typeface="Malgun Gothic"/>
                <a:cs typeface="Malgun Gothic"/>
              </a:rPr>
              <a:t>처리</a:t>
            </a:r>
            <a:r>
              <a:rPr sz="2000" i="0" spc="-250" dirty="0">
                <a:latin typeface="Malgun Gothic"/>
                <a:cs typeface="Malgun Gothic"/>
              </a:rPr>
              <a:t> </a:t>
            </a:r>
            <a:r>
              <a:rPr sz="2000" i="0" spc="-25" dirty="0">
                <a:latin typeface="Malgun Gothic"/>
                <a:cs typeface="Malgun Gothic"/>
              </a:rPr>
              <a:t>시스템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6476999"/>
            <a:ext cx="12192000" cy="381000"/>
            <a:chOff x="0" y="6476999"/>
            <a:chExt cx="12192000" cy="381000"/>
          </a:xfrm>
        </p:grpSpPr>
        <p:sp>
          <p:nvSpPr>
            <p:cNvPr id="15" name="object 15"/>
            <p:cNvSpPr/>
            <p:nvPr/>
          </p:nvSpPr>
          <p:spPr>
            <a:xfrm>
              <a:off x="0" y="6476999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121920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12192000" y="3809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6476999"/>
              <a:ext cx="12192000" cy="18415"/>
            </a:xfrm>
            <a:custGeom>
              <a:avLst/>
              <a:gdLst/>
              <a:ahLst/>
              <a:cxnLst/>
              <a:rect l="l" t="t" r="r" b="b"/>
              <a:pathLst>
                <a:path w="12192000" h="18414">
                  <a:moveTo>
                    <a:pt x="121920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2192000" y="182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861" y="6515860"/>
              <a:ext cx="858519" cy="304800"/>
            </a:xfrm>
            <a:custGeom>
              <a:avLst/>
              <a:gdLst/>
              <a:ahLst/>
              <a:cxnLst/>
              <a:rect l="l" t="t" r="r" b="b"/>
              <a:pathLst>
                <a:path w="858519" h="304800">
                  <a:moveTo>
                    <a:pt x="0" y="304800"/>
                  </a:moveTo>
                  <a:lnTo>
                    <a:pt x="858012" y="304800"/>
                  </a:lnTo>
                  <a:lnTo>
                    <a:pt x="858012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714500" y="3048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3261" y="6515860"/>
              <a:ext cx="11143615" cy="304800"/>
            </a:xfrm>
            <a:custGeom>
              <a:avLst/>
              <a:gdLst/>
              <a:ahLst/>
              <a:cxnLst/>
              <a:rect l="l" t="t" r="r" b="b"/>
              <a:pathLst>
                <a:path w="11143615" h="304800">
                  <a:moveTo>
                    <a:pt x="0" y="304800"/>
                  </a:moveTo>
                  <a:lnTo>
                    <a:pt x="1714500" y="304800"/>
                  </a:lnTo>
                  <a:lnTo>
                    <a:pt x="17145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  <a:path w="11143615" h="304800">
                  <a:moveTo>
                    <a:pt x="9525000" y="286512"/>
                  </a:moveTo>
                  <a:lnTo>
                    <a:pt x="11143488" y="286512"/>
                  </a:lnTo>
                  <a:lnTo>
                    <a:pt x="11143488" y="19812"/>
                  </a:lnTo>
                  <a:lnTo>
                    <a:pt x="9525000" y="19812"/>
                  </a:lnTo>
                  <a:lnTo>
                    <a:pt x="9525000" y="286512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gen-dedup-b7042822c590cf1066a472ff1b5b8f45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25" y="6591298"/>
              <a:ext cx="133350" cy="152398"/>
            </a:xfrm>
            <a:prstGeom prst="rect">
              <a:avLst/>
            </a:prstGeom>
          </p:spPr>
        </p:pic>
        <p:pic>
          <p:nvPicPr>
            <p:cNvPr id="21" name="object 21" descr="gen-dedup-ba9d3020b28ee88c3f41e8c221d65fea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750" y="6591298"/>
              <a:ext cx="114301" cy="152398"/>
            </a:xfrm>
            <a:prstGeom prst="rect">
              <a:avLst/>
            </a:prstGeom>
          </p:spPr>
        </p:pic>
        <p:pic>
          <p:nvPicPr>
            <p:cNvPr id="22" name="object 22" descr="gen-dedup-7740a029182e5c65b65e33d2aaed94e2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73511" y="6606539"/>
              <a:ext cx="152400" cy="121919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525779" y="1327403"/>
            <a:ext cx="11106277" cy="4487799"/>
            <a:chOff x="525779" y="1327403"/>
            <a:chExt cx="11106277" cy="4487799"/>
          </a:xfrm>
        </p:grpSpPr>
        <p:sp>
          <p:nvSpPr>
            <p:cNvPr id="24" name="object 24"/>
            <p:cNvSpPr/>
            <p:nvPr/>
          </p:nvSpPr>
          <p:spPr>
            <a:xfrm>
              <a:off x="525779" y="1327403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9525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525000" y="9144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6541" y="1431797"/>
              <a:ext cx="11105515" cy="4383405"/>
            </a:xfrm>
            <a:custGeom>
              <a:avLst/>
              <a:gdLst/>
              <a:ahLst/>
              <a:cxnLst/>
              <a:rect l="l" t="t" r="r" b="b"/>
              <a:pathLst>
                <a:path w="11105515" h="4383405">
                  <a:moveTo>
                    <a:pt x="11105388" y="0"/>
                  </a:moveTo>
                  <a:lnTo>
                    <a:pt x="0" y="0"/>
                  </a:lnTo>
                  <a:lnTo>
                    <a:pt x="0" y="4383024"/>
                  </a:lnTo>
                  <a:lnTo>
                    <a:pt x="11105388" y="4383024"/>
                  </a:lnTo>
                  <a:lnTo>
                    <a:pt x="11105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526541" y="1431797"/>
              <a:ext cx="11105515" cy="4383405"/>
            </a:xfrm>
            <a:custGeom>
              <a:avLst/>
              <a:gdLst/>
              <a:ahLst/>
              <a:cxnLst/>
              <a:rect l="l" t="t" r="r" b="b"/>
              <a:pathLst>
                <a:path w="11105515" h="4383405">
                  <a:moveTo>
                    <a:pt x="0" y="4383024"/>
                  </a:moveTo>
                  <a:lnTo>
                    <a:pt x="11105388" y="4383024"/>
                  </a:lnTo>
                  <a:lnTo>
                    <a:pt x="11105388" y="0"/>
                  </a:lnTo>
                  <a:lnTo>
                    <a:pt x="0" y="0"/>
                  </a:lnTo>
                  <a:lnTo>
                    <a:pt x="0" y="4383024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 descr="gen-dedup-21ca404cb11db46d70576942e588b6e2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269" y="1752600"/>
              <a:ext cx="238125" cy="3810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038605" y="1656599"/>
            <a:ext cx="2458720" cy="576000"/>
          </a:xfrm>
          <a:prstGeom prst="rect">
            <a:avLst/>
          </a:prstGeom>
          <a:solidFill>
            <a:srgbClr val="00CED1"/>
          </a:solidFill>
          <a:ln w="25400">
            <a:solidFill>
              <a:schemeClr val="accent5">
                <a:lumMod val="50000"/>
              </a:schemeClr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853440" marR="742315" indent="-144780">
              <a:lnSpc>
                <a:spcPts val="1420"/>
              </a:lnSpc>
              <a:spcBef>
                <a:spcPts val="980"/>
              </a:spcBef>
            </a:pPr>
            <a:r>
              <a:rPr sz="1200" b="1" spc="-10" dirty="0">
                <a:latin typeface="Arial"/>
                <a:cs typeface="Arial"/>
              </a:rPr>
              <a:t>InputManager </a:t>
            </a:r>
            <a:r>
              <a:rPr sz="1200" b="1" dirty="0">
                <a:latin typeface="Arial"/>
                <a:cs typeface="Arial"/>
              </a:rPr>
              <a:t>(</a:t>
            </a:r>
            <a:r>
              <a:rPr sz="1200" b="1" dirty="0">
                <a:latin typeface="Malgun Gothic"/>
                <a:cs typeface="Malgun Gothic"/>
              </a:rPr>
              <a:t>입력</a:t>
            </a:r>
            <a:r>
              <a:rPr sz="1200" b="1" spc="-8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관리</a:t>
            </a:r>
            <a:r>
              <a:rPr sz="1200" b="1" spc="-25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74490" y="1641475"/>
            <a:ext cx="31349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마우스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키보드</a:t>
            </a:r>
            <a:r>
              <a:rPr sz="1200" spc="-1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입력을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처리하는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매니저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클래스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입력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상태에</a:t>
            </a:r>
            <a:r>
              <a:rPr sz="1200" spc="-1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따른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분기를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나눠서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Hover,</a:t>
            </a:r>
            <a:r>
              <a:rPr sz="1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Click,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Drag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상태를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체크</a:t>
            </a:r>
            <a:endParaRPr sz="1200" dirty="0">
              <a:latin typeface="Malgun Gothic"/>
              <a:cs typeface="Malgun Gothic"/>
            </a:endParaRPr>
          </a:p>
        </p:txBody>
      </p:sp>
      <p:pic>
        <p:nvPicPr>
          <p:cNvPr id="30" name="object 30" descr="gen-dedup-25f611c0af0f2b822630a480420c27ac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4644" y="2817876"/>
            <a:ext cx="333375" cy="38100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038605" y="2791210"/>
            <a:ext cx="2458720" cy="576000"/>
          </a:xfrm>
          <a:prstGeom prst="rect">
            <a:avLst/>
          </a:prstGeom>
          <a:solidFill>
            <a:srgbClr val="4169E0"/>
          </a:solidFill>
          <a:ln w="25400">
            <a:solidFill>
              <a:srgbClr val="00008A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875030" marR="567055" indent="-340360">
              <a:lnSpc>
                <a:spcPts val="1420"/>
              </a:lnSpc>
              <a:spcBef>
                <a:spcPts val="98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InteractionHandler (</a:t>
            </a:r>
            <a:r>
              <a:rPr sz="1200" b="1" spc="-10" dirty="0" err="1">
                <a:solidFill>
                  <a:srgbClr val="FFFFFF"/>
                </a:solidFill>
                <a:latin typeface="Malgun Gothic"/>
                <a:cs typeface="Malgun Gothic"/>
              </a:rPr>
              <a:t>상호작용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lang="en-US" sz="1200" b="1" spc="-1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74490" y="2843021"/>
            <a:ext cx="3063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실질적인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이벤트를</a:t>
            </a:r>
            <a:r>
              <a:rPr sz="1200" spc="-1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날려주는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핸들러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클래스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InputManager</a:t>
            </a:r>
            <a:r>
              <a:rPr sz="1200" spc="-10" dirty="0">
                <a:solidFill>
                  <a:srgbClr val="FFFFFF"/>
                </a:solidFill>
                <a:latin typeface="Malgun Gothic"/>
                <a:cs typeface="Malgun Gothic"/>
              </a:rPr>
              <a:t>로</a:t>
            </a:r>
            <a:r>
              <a:rPr sz="1200" spc="-1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부터</a:t>
            </a:r>
            <a:r>
              <a:rPr sz="1200" spc="-1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받은</a:t>
            </a:r>
            <a:r>
              <a:rPr sz="1200" spc="-1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입력</a:t>
            </a:r>
            <a:r>
              <a:rPr sz="1200" spc="-1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이벤트를</a:t>
            </a:r>
            <a:r>
              <a:rPr sz="1200" spc="-1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호출</a:t>
            </a:r>
            <a:endParaRPr sz="1200" dirty="0">
              <a:latin typeface="Malgun Gothic"/>
              <a:cs typeface="Malgun Gothic"/>
            </a:endParaRPr>
          </a:p>
        </p:txBody>
      </p:sp>
      <p:pic>
        <p:nvPicPr>
          <p:cNvPr id="33" name="object 33" descr="gen-dedup-b3b306f6b95ab5d3d964c2bde3ad1d93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8456" y="3960876"/>
            <a:ext cx="285750" cy="38100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038605" y="3847983"/>
            <a:ext cx="2458720" cy="648000"/>
          </a:xfrm>
          <a:prstGeom prst="rect">
            <a:avLst/>
          </a:prstGeom>
          <a:solidFill>
            <a:srgbClr val="926FDB"/>
          </a:solidFill>
          <a:ln w="25400">
            <a:solidFill>
              <a:srgbClr val="4A0082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marL="875030" marR="567055" indent="-340360">
              <a:lnSpc>
                <a:spcPts val="1420"/>
              </a:lnSpc>
              <a:spcBef>
                <a:spcPts val="985"/>
              </a:spcBef>
            </a:pPr>
            <a:r>
              <a:rPr lang="en-US" altLang="ko-KR" sz="1200" b="1" spc="-10" dirty="0">
                <a:solidFill>
                  <a:srgbClr val="FFFFFF"/>
                </a:solidFill>
                <a:latin typeface="Arial"/>
                <a:cs typeface="Arial"/>
              </a:rPr>
              <a:t>     </a:t>
            </a:r>
            <a:r>
              <a:rPr lang="en-US" altLang="ko-KR" sz="1200" b="1" spc="-10" dirty="0" err="1">
                <a:solidFill>
                  <a:srgbClr val="FFFFFF"/>
                </a:solidFill>
                <a:latin typeface="Arial"/>
                <a:cs typeface="Arial"/>
              </a:rPr>
              <a:t>IInteractable</a:t>
            </a:r>
            <a:endParaRPr lang="en-US" altLang="ko-KR" sz="1200" b="1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875030" marR="567055" indent="-340360">
              <a:lnSpc>
                <a:spcPts val="1420"/>
              </a:lnSpc>
              <a:spcBef>
                <a:spcPts val="985"/>
              </a:spcBef>
            </a:pPr>
            <a:r>
              <a:rPr lang="en-US" altLang="ko-KR" sz="1200" b="1" spc="-10" dirty="0">
                <a:solidFill>
                  <a:srgbClr val="FFFFFF"/>
                </a:solidFill>
                <a:latin typeface="Arial"/>
                <a:cs typeface="Arial"/>
              </a:rPr>
              <a:t>     (</a:t>
            </a:r>
            <a:r>
              <a:rPr lang="ko-KR" altLang="en-US" sz="1200" b="1" spc="-10" dirty="0">
                <a:solidFill>
                  <a:srgbClr val="FFFFFF"/>
                </a:solidFill>
                <a:latin typeface="Malgun Gothic"/>
                <a:cs typeface="Arial"/>
              </a:rPr>
              <a:t>인터페이스</a:t>
            </a:r>
            <a:r>
              <a:rPr lang="en-US" altLang="ko-KR" sz="1200" b="1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674490" y="4010405"/>
            <a:ext cx="3061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상호작용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이벤트가</a:t>
            </a:r>
            <a:r>
              <a:rPr sz="1200" spc="-1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필요한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객체에게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Malgun Gothic"/>
                <a:cs typeface="Malgun Gothic"/>
              </a:rPr>
              <a:t>상속하여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이벤트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함수를</a:t>
            </a:r>
            <a:r>
              <a:rPr sz="1200" spc="-1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각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클래스에서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algun Gothic"/>
                <a:cs typeface="Malgun Gothic"/>
              </a:rPr>
              <a:t>구현한다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78001" y="5110734"/>
            <a:ext cx="1409700" cy="457200"/>
            <a:chOff x="778001" y="5110734"/>
            <a:chExt cx="1409700" cy="457200"/>
          </a:xfrm>
        </p:grpSpPr>
        <p:sp>
          <p:nvSpPr>
            <p:cNvPr id="37" name="object 37"/>
            <p:cNvSpPr/>
            <p:nvPr/>
          </p:nvSpPr>
          <p:spPr>
            <a:xfrm>
              <a:off x="778001" y="5110734"/>
              <a:ext cx="1409700" cy="457200"/>
            </a:xfrm>
            <a:custGeom>
              <a:avLst/>
              <a:gdLst/>
              <a:ahLst/>
              <a:cxnLst/>
              <a:rect l="l" t="t" r="r" b="b"/>
              <a:pathLst>
                <a:path w="1409700" h="457200">
                  <a:moveTo>
                    <a:pt x="14097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409700" y="457199"/>
                  </a:lnTo>
                  <a:lnTo>
                    <a:pt x="1409700" y="0"/>
                  </a:lnTo>
                  <a:close/>
                </a:path>
              </a:pathLst>
            </a:custGeom>
            <a:solidFill>
              <a:srgbClr val="31C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 descr="gen-dedup-418f606c4a14ab7b19d947aa84904ed7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6309" y="5177028"/>
              <a:ext cx="214884" cy="286511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78001" y="5110734"/>
            <a:ext cx="1409700" cy="457200"/>
          </a:xfrm>
          <a:prstGeom prst="rect">
            <a:avLst/>
          </a:prstGeom>
          <a:ln w="25400">
            <a:solidFill>
              <a:srgbClr val="218A21"/>
            </a:solidFill>
          </a:ln>
        </p:spPr>
        <p:txBody>
          <a:bodyPr vert="horz" wrap="square" lIns="0" tIns="128270" rIns="0" bIns="0" rtlCol="0">
            <a:spAutoFit/>
          </a:bodyPr>
          <a:lstStyle/>
          <a:p>
            <a:pPr marL="429259">
              <a:lnSpc>
                <a:spcPct val="100000"/>
              </a:lnSpc>
              <a:spcBef>
                <a:spcPts val="1010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Unit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309114" y="5098034"/>
            <a:ext cx="1435100" cy="482600"/>
            <a:chOff x="2309114" y="5098034"/>
            <a:chExt cx="1435100" cy="482600"/>
          </a:xfrm>
        </p:grpSpPr>
        <p:sp>
          <p:nvSpPr>
            <p:cNvPr id="41" name="object 41"/>
            <p:cNvSpPr/>
            <p:nvPr/>
          </p:nvSpPr>
          <p:spPr>
            <a:xfrm>
              <a:off x="2321814" y="5110734"/>
              <a:ext cx="1409700" cy="457200"/>
            </a:xfrm>
            <a:custGeom>
              <a:avLst/>
              <a:gdLst/>
              <a:ahLst/>
              <a:cxnLst/>
              <a:rect l="l" t="t" r="r" b="b"/>
              <a:pathLst>
                <a:path w="1409700" h="457200">
                  <a:moveTo>
                    <a:pt x="14097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409700" y="457199"/>
                  </a:lnTo>
                  <a:lnTo>
                    <a:pt x="1409700" y="0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21814" y="5110734"/>
              <a:ext cx="1409700" cy="457200"/>
            </a:xfrm>
            <a:custGeom>
              <a:avLst/>
              <a:gdLst/>
              <a:ahLst/>
              <a:cxnLst/>
              <a:rect l="l" t="t" r="r" b="b"/>
              <a:pathLst>
                <a:path w="1409700" h="457200">
                  <a:moveTo>
                    <a:pt x="0" y="457199"/>
                  </a:moveTo>
                  <a:lnTo>
                    <a:pt x="1409700" y="457199"/>
                  </a:lnTo>
                  <a:lnTo>
                    <a:pt x="1409700" y="0"/>
                  </a:lnTo>
                  <a:lnTo>
                    <a:pt x="0" y="0"/>
                  </a:lnTo>
                  <a:lnTo>
                    <a:pt x="0" y="457199"/>
                  </a:lnTo>
                  <a:close/>
                </a:path>
              </a:pathLst>
            </a:custGeom>
            <a:ln w="25400">
              <a:solidFill>
                <a:srgbClr val="B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 descr="gen-dedup-795de46cd7bbd129a2cf67b77e58225d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62784" y="5177028"/>
              <a:ext cx="286512" cy="286511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2334514" y="5226811"/>
            <a:ext cx="13843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037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Virus</a:t>
            </a: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Unit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853434" y="5132070"/>
            <a:ext cx="1409700" cy="457200"/>
            <a:chOff x="3853434" y="5132070"/>
            <a:chExt cx="1409700" cy="457200"/>
          </a:xfrm>
        </p:grpSpPr>
        <p:sp>
          <p:nvSpPr>
            <p:cNvPr id="46" name="object 46"/>
            <p:cNvSpPr/>
            <p:nvPr/>
          </p:nvSpPr>
          <p:spPr>
            <a:xfrm>
              <a:off x="3853434" y="5132070"/>
              <a:ext cx="1409700" cy="457200"/>
            </a:xfrm>
            <a:custGeom>
              <a:avLst/>
              <a:gdLst/>
              <a:ahLst/>
              <a:cxnLst/>
              <a:rect l="l" t="t" r="r" b="b"/>
              <a:pathLst>
                <a:path w="1409700" h="457200">
                  <a:moveTo>
                    <a:pt x="14097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409700" y="457199"/>
                  </a:lnTo>
                  <a:lnTo>
                    <a:pt x="1409700" y="0"/>
                  </a:lnTo>
                  <a:close/>
                </a:path>
              </a:pathLst>
            </a:custGeom>
            <a:solidFill>
              <a:srgbClr val="DAA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 descr="gen-dedup-a812be61b3d8307780ea9a8b372b8335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95928" y="5226964"/>
              <a:ext cx="286512" cy="229209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3853434" y="5132070"/>
            <a:ext cx="1409700" cy="457200"/>
          </a:xfrm>
          <a:prstGeom prst="rect">
            <a:avLst/>
          </a:prstGeom>
          <a:ln w="25400">
            <a:solidFill>
              <a:srgbClr val="B8850A"/>
            </a:solidFill>
          </a:ln>
        </p:spPr>
        <p:txBody>
          <a:bodyPr vert="horz" wrap="square" lIns="0" tIns="127635" rIns="0" bIns="0" rtlCol="0">
            <a:spAutoFit/>
          </a:bodyPr>
          <a:lstStyle/>
          <a:p>
            <a:pPr marL="435609">
              <a:lnSpc>
                <a:spcPct val="100000"/>
              </a:lnSpc>
              <a:spcBef>
                <a:spcPts val="100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UI</a:t>
            </a:r>
            <a:r>
              <a:rPr sz="1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Element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444752" y="2226563"/>
            <a:ext cx="3150870" cy="2905125"/>
          </a:xfrm>
          <a:custGeom>
            <a:avLst/>
            <a:gdLst/>
            <a:ahLst/>
            <a:cxnLst/>
            <a:rect l="l" t="t" r="r" b="b"/>
            <a:pathLst>
              <a:path w="3150870" h="2905125">
                <a:moveTo>
                  <a:pt x="859536" y="1562354"/>
                </a:moveTo>
                <a:lnTo>
                  <a:pt x="827786" y="1562354"/>
                </a:lnTo>
                <a:lnTo>
                  <a:pt x="827786" y="1143000"/>
                </a:lnTo>
                <a:lnTo>
                  <a:pt x="815086" y="1143000"/>
                </a:lnTo>
                <a:lnTo>
                  <a:pt x="815086" y="1562354"/>
                </a:lnTo>
                <a:lnTo>
                  <a:pt x="783336" y="1562354"/>
                </a:lnTo>
                <a:lnTo>
                  <a:pt x="821436" y="1638554"/>
                </a:lnTo>
                <a:lnTo>
                  <a:pt x="853186" y="1575054"/>
                </a:lnTo>
                <a:lnTo>
                  <a:pt x="859536" y="1562354"/>
                </a:lnTo>
                <a:close/>
              </a:path>
              <a:path w="3150870" h="2905125">
                <a:moveTo>
                  <a:pt x="859536" y="419354"/>
                </a:moveTo>
                <a:lnTo>
                  <a:pt x="827786" y="419354"/>
                </a:lnTo>
                <a:lnTo>
                  <a:pt x="827786" y="0"/>
                </a:lnTo>
                <a:lnTo>
                  <a:pt x="815086" y="0"/>
                </a:lnTo>
                <a:lnTo>
                  <a:pt x="815086" y="419354"/>
                </a:lnTo>
                <a:lnTo>
                  <a:pt x="783336" y="419354"/>
                </a:lnTo>
                <a:lnTo>
                  <a:pt x="821436" y="495554"/>
                </a:lnTo>
                <a:lnTo>
                  <a:pt x="853186" y="432054"/>
                </a:lnTo>
                <a:lnTo>
                  <a:pt x="859536" y="419354"/>
                </a:lnTo>
                <a:close/>
              </a:path>
              <a:path w="3150870" h="2905125">
                <a:moveTo>
                  <a:pt x="3150489" y="2828671"/>
                </a:moveTo>
                <a:lnTo>
                  <a:pt x="3118739" y="2828671"/>
                </a:lnTo>
                <a:lnTo>
                  <a:pt x="3118739" y="2601849"/>
                </a:lnTo>
                <a:lnTo>
                  <a:pt x="3118739" y="2589149"/>
                </a:lnTo>
                <a:lnTo>
                  <a:pt x="1586738" y="2589149"/>
                </a:lnTo>
                <a:lnTo>
                  <a:pt x="1586738" y="2578735"/>
                </a:lnTo>
                <a:lnTo>
                  <a:pt x="828675" y="2578735"/>
                </a:lnTo>
                <a:lnTo>
                  <a:pt x="828675" y="2286000"/>
                </a:lnTo>
                <a:lnTo>
                  <a:pt x="827786" y="2286000"/>
                </a:lnTo>
                <a:lnTo>
                  <a:pt x="815975" y="2286000"/>
                </a:lnTo>
                <a:lnTo>
                  <a:pt x="815086" y="2286000"/>
                </a:lnTo>
                <a:lnTo>
                  <a:pt x="815086" y="2578735"/>
                </a:lnTo>
                <a:lnTo>
                  <a:pt x="31750" y="2578735"/>
                </a:lnTo>
                <a:lnTo>
                  <a:pt x="31750" y="2807970"/>
                </a:lnTo>
                <a:lnTo>
                  <a:pt x="0" y="2807970"/>
                </a:lnTo>
                <a:lnTo>
                  <a:pt x="38100" y="2884170"/>
                </a:lnTo>
                <a:lnTo>
                  <a:pt x="69850" y="2820670"/>
                </a:lnTo>
                <a:lnTo>
                  <a:pt x="76200" y="2807970"/>
                </a:lnTo>
                <a:lnTo>
                  <a:pt x="44450" y="2807970"/>
                </a:lnTo>
                <a:lnTo>
                  <a:pt x="44450" y="2591435"/>
                </a:lnTo>
                <a:lnTo>
                  <a:pt x="815086" y="2591435"/>
                </a:lnTo>
                <a:lnTo>
                  <a:pt x="815086" y="2601849"/>
                </a:lnTo>
                <a:lnTo>
                  <a:pt x="1574038" y="2601849"/>
                </a:lnTo>
                <a:lnTo>
                  <a:pt x="1574038" y="2807970"/>
                </a:lnTo>
                <a:lnTo>
                  <a:pt x="1542288" y="2807970"/>
                </a:lnTo>
                <a:lnTo>
                  <a:pt x="1580388" y="2884170"/>
                </a:lnTo>
                <a:lnTo>
                  <a:pt x="1612138" y="2820670"/>
                </a:lnTo>
                <a:lnTo>
                  <a:pt x="1618488" y="2807970"/>
                </a:lnTo>
                <a:lnTo>
                  <a:pt x="1586738" y="2807970"/>
                </a:lnTo>
                <a:lnTo>
                  <a:pt x="1586738" y="2601849"/>
                </a:lnTo>
                <a:lnTo>
                  <a:pt x="3106039" y="2601849"/>
                </a:lnTo>
                <a:lnTo>
                  <a:pt x="3106039" y="2828671"/>
                </a:lnTo>
                <a:lnTo>
                  <a:pt x="3074289" y="2828671"/>
                </a:lnTo>
                <a:lnTo>
                  <a:pt x="3112389" y="2904871"/>
                </a:lnTo>
                <a:lnTo>
                  <a:pt x="3144139" y="2841371"/>
                </a:lnTo>
                <a:lnTo>
                  <a:pt x="3150489" y="282867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51" name="object 5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928867" y="1674875"/>
            <a:ext cx="4623436" cy="3808475"/>
          </a:xfrm>
          <a:prstGeom prst="rect">
            <a:avLst/>
          </a:prstGeom>
        </p:spPr>
      </p:pic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225702" y="6571850"/>
            <a:ext cx="1365098" cy="16158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altLang="ko-KR" sz="900" b="1" dirty="0">
                <a:solidFill>
                  <a:schemeClr val="tx1"/>
                </a:solidFill>
                <a:latin typeface="Arial"/>
                <a:cs typeface="Arial"/>
              </a:rPr>
              <a:t>File</a:t>
            </a:r>
            <a:r>
              <a:rPr lang="en-US" altLang="ko-KR" sz="900" b="1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Arial"/>
                <a:cs typeface="Arial"/>
              </a:rPr>
              <a:t>Tower</a:t>
            </a:r>
            <a:r>
              <a:rPr lang="en-US" altLang="ko-KR" sz="9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altLang="ko-KR" sz="900" b="1" spc="-10" dirty="0">
                <a:solidFill>
                  <a:schemeClr val="tx1"/>
                </a:solidFill>
                <a:latin typeface="Arial"/>
                <a:cs typeface="Arial"/>
              </a:rPr>
              <a:t>Defence</a:t>
            </a:r>
            <a:r>
              <a:rPr sz="900" b="1" spc="-10" dirty="0">
                <a:solidFill>
                  <a:schemeClr val="tx1"/>
                </a:solidFill>
                <a:latin typeface="Arial"/>
                <a:cs typeface="Arial"/>
              </a:rPr>
              <a:t>.exe</a:t>
            </a:r>
            <a:endParaRPr sz="9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113134" y="6586010"/>
            <a:ext cx="56451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10:00</a:t>
            </a:r>
            <a:r>
              <a:rPr sz="1000" spc="-25" dirty="0">
                <a:latin typeface="Arial"/>
                <a:cs typeface="Arial"/>
              </a:rPr>
              <a:t> AM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67A6B-A516-8CDD-EEC0-E4E9FAAFA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54C03CE-FF89-9D1E-4F08-67DA42B92AF5}"/>
              </a:ext>
            </a:extLst>
          </p:cNvPr>
          <p:cNvGrpSpPr/>
          <p:nvPr/>
        </p:nvGrpSpPr>
        <p:grpSpPr>
          <a:xfrm>
            <a:off x="0" y="6476999"/>
            <a:ext cx="12192000" cy="381000"/>
            <a:chOff x="0" y="6476999"/>
            <a:chExt cx="12192000" cy="3810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B690D68-DD5A-5890-39CA-507E4FAFA1AB}"/>
                </a:ext>
              </a:extLst>
            </p:cNvPr>
            <p:cNvSpPr/>
            <p:nvPr/>
          </p:nvSpPr>
          <p:spPr>
            <a:xfrm>
              <a:off x="0" y="6476999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121920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12192000" y="3809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7A4146C-57DF-B905-287C-1C504561CCC8}"/>
                </a:ext>
              </a:extLst>
            </p:cNvPr>
            <p:cNvSpPr/>
            <p:nvPr/>
          </p:nvSpPr>
          <p:spPr>
            <a:xfrm>
              <a:off x="0" y="6476999"/>
              <a:ext cx="12192000" cy="18415"/>
            </a:xfrm>
            <a:custGeom>
              <a:avLst/>
              <a:gdLst/>
              <a:ahLst/>
              <a:cxnLst/>
              <a:rect l="l" t="t" r="r" b="b"/>
              <a:pathLst>
                <a:path w="12192000" h="18414">
                  <a:moveTo>
                    <a:pt x="121920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2192000" y="182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9246ADB-4AA0-CF0F-F47A-1A844E05DD45}"/>
                </a:ext>
              </a:extLst>
            </p:cNvPr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714500" y="3048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gen-dedup-b7042822c590cf1066a472ff1b5b8f45.png">
              <a:extLst>
                <a:ext uri="{FF2B5EF4-FFF2-40B4-BE49-F238E27FC236}">
                  <a16:creationId xmlns:a16="http://schemas.microsoft.com/office/drawing/2014/main" id="{02E454C3-CC3C-68CC-5AA9-68AB9C8A0E3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021" y="6605153"/>
              <a:ext cx="119555" cy="120071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5696DA8C-A880-6784-A0D9-6F84373C887D}"/>
              </a:ext>
            </a:extLst>
          </p:cNvPr>
          <p:cNvSpPr txBox="1"/>
          <p:nvPr/>
        </p:nvSpPr>
        <p:spPr>
          <a:xfrm>
            <a:off x="38861" y="6486144"/>
            <a:ext cx="858519" cy="334645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795"/>
              </a:spcBef>
            </a:pPr>
            <a:r>
              <a:rPr sz="1000" b="1" spc="-25" dirty="0">
                <a:latin typeface="Malgun Gothic"/>
                <a:cs typeface="Malgun Gothic"/>
              </a:rPr>
              <a:t>시작</a:t>
            </a:r>
            <a:endParaRPr sz="1000">
              <a:latin typeface="Malgun Gothic"/>
              <a:cs typeface="Malgun Gothic"/>
            </a:endParaRPr>
          </a:p>
        </p:txBody>
      </p:sp>
      <p:pic>
        <p:nvPicPr>
          <p:cNvPr id="8" name="object 8" descr="gen-dedup-1027b540a23f27953c8b221c66837c2b.png">
            <a:extLst>
              <a:ext uri="{FF2B5EF4-FFF2-40B4-BE49-F238E27FC236}">
                <a16:creationId xmlns:a16="http://schemas.microsoft.com/office/drawing/2014/main" id="{ABF78136-3D39-555B-4102-9595307FE90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7936" y="6613774"/>
            <a:ext cx="138545" cy="112113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4236156B-89E2-C554-A8E5-BA1D9B65CFF2}"/>
              </a:ext>
            </a:extLst>
          </p:cNvPr>
          <p:cNvSpPr txBox="1"/>
          <p:nvPr/>
        </p:nvSpPr>
        <p:spPr>
          <a:xfrm>
            <a:off x="953261" y="6486144"/>
            <a:ext cx="1714500" cy="334645"/>
          </a:xfrm>
          <a:prstGeom prst="rect">
            <a:avLst/>
          </a:prstGeom>
          <a:ln w="25400">
            <a:solidFill>
              <a:srgbClr val="80808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855"/>
              </a:spcBef>
            </a:pPr>
            <a:r>
              <a:rPr sz="900" b="1" dirty="0">
                <a:latin typeface="Malgun Gothic"/>
                <a:cs typeface="Malgun Gothic"/>
              </a:rPr>
              <a:t>탐색</a:t>
            </a:r>
            <a:r>
              <a:rPr sz="900" b="1" spc="-7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중</a:t>
            </a:r>
            <a:r>
              <a:rPr sz="900" b="1" spc="-6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Arial"/>
                <a:cs typeface="Arial"/>
              </a:rPr>
              <a:t>-</a:t>
            </a:r>
            <a:r>
              <a:rPr sz="900" b="1" spc="-10" dirty="0">
                <a:latin typeface="Arial"/>
                <a:cs typeface="Arial"/>
              </a:rPr>
              <a:t> Projects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3E17E780-C03B-1D5F-51F8-C6872FC7389D}"/>
              </a:ext>
            </a:extLst>
          </p:cNvPr>
          <p:cNvGrpSpPr/>
          <p:nvPr/>
        </p:nvGrpSpPr>
        <p:grpSpPr>
          <a:xfrm>
            <a:off x="142711" y="157402"/>
            <a:ext cx="11906578" cy="6085840"/>
            <a:chOff x="662177" y="166878"/>
            <a:chExt cx="10890885" cy="6085840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9FB84BC-D377-C3AB-9D69-B07A16BFD703}"/>
                </a:ext>
              </a:extLst>
            </p:cNvPr>
            <p:cNvSpPr/>
            <p:nvPr/>
          </p:nvSpPr>
          <p:spPr>
            <a:xfrm>
              <a:off x="662177" y="166878"/>
              <a:ext cx="10890885" cy="6085840"/>
            </a:xfrm>
            <a:custGeom>
              <a:avLst/>
              <a:gdLst/>
              <a:ahLst/>
              <a:cxnLst/>
              <a:rect l="l" t="t" r="r" b="b"/>
              <a:pathLst>
                <a:path w="10890885" h="6085840">
                  <a:moveTo>
                    <a:pt x="10890504" y="0"/>
                  </a:moveTo>
                  <a:lnTo>
                    <a:pt x="0" y="0"/>
                  </a:lnTo>
                  <a:lnTo>
                    <a:pt x="0" y="6085332"/>
                  </a:lnTo>
                  <a:lnTo>
                    <a:pt x="10890504" y="6085332"/>
                  </a:lnTo>
                  <a:lnTo>
                    <a:pt x="1089050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93DB65D-A54E-AC87-0C77-B23EFD1A96D6}"/>
                </a:ext>
              </a:extLst>
            </p:cNvPr>
            <p:cNvSpPr/>
            <p:nvPr/>
          </p:nvSpPr>
          <p:spPr>
            <a:xfrm>
              <a:off x="701801" y="1561338"/>
              <a:ext cx="10812780" cy="4648200"/>
            </a:xfrm>
            <a:custGeom>
              <a:avLst/>
              <a:gdLst/>
              <a:ahLst/>
              <a:cxnLst/>
              <a:rect l="l" t="t" r="r" b="b"/>
              <a:pathLst>
                <a:path w="10812780" h="4648200">
                  <a:moveTo>
                    <a:pt x="10812780" y="0"/>
                  </a:moveTo>
                  <a:lnTo>
                    <a:pt x="0" y="0"/>
                  </a:lnTo>
                  <a:lnTo>
                    <a:pt x="0" y="4648200"/>
                  </a:lnTo>
                  <a:lnTo>
                    <a:pt x="10812780" y="4648200"/>
                  </a:lnTo>
                  <a:lnTo>
                    <a:pt x="108127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884BF1B-5213-3A66-FFEC-226734E9044E}"/>
                </a:ext>
              </a:extLst>
            </p:cNvPr>
            <p:cNvSpPr/>
            <p:nvPr/>
          </p:nvSpPr>
          <p:spPr>
            <a:xfrm>
              <a:off x="681227" y="196596"/>
              <a:ext cx="10850880" cy="291465"/>
            </a:xfrm>
            <a:custGeom>
              <a:avLst/>
              <a:gdLst/>
              <a:ahLst/>
              <a:cxnLst/>
              <a:rect l="l" t="t" r="r" b="b"/>
              <a:pathLst>
                <a:path w="10850880" h="291465">
                  <a:moveTo>
                    <a:pt x="10850880" y="0"/>
                  </a:moveTo>
                  <a:lnTo>
                    <a:pt x="0" y="0"/>
                  </a:lnTo>
                  <a:lnTo>
                    <a:pt x="0" y="291083"/>
                  </a:lnTo>
                  <a:lnTo>
                    <a:pt x="10850880" y="291083"/>
                  </a:lnTo>
                  <a:lnTo>
                    <a:pt x="1085088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gen-dedup-23665c0bc8193eed4b19e05b81a508d3.png">
              <a:extLst>
                <a:ext uri="{FF2B5EF4-FFF2-40B4-BE49-F238E27FC236}">
                  <a16:creationId xmlns:a16="http://schemas.microsoft.com/office/drawing/2014/main" id="{FB725F56-3E73-4DF8-63B8-7069353A9B8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227" y="737826"/>
              <a:ext cx="10850880" cy="42334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1519E047-5372-9BAE-07D7-00D4F85E5B74}"/>
                </a:ext>
              </a:extLst>
            </p:cNvPr>
            <p:cNvSpPr/>
            <p:nvPr/>
          </p:nvSpPr>
          <p:spPr>
            <a:xfrm>
              <a:off x="681227" y="758951"/>
              <a:ext cx="10850880" cy="416559"/>
            </a:xfrm>
            <a:custGeom>
              <a:avLst/>
              <a:gdLst/>
              <a:ahLst/>
              <a:cxnLst/>
              <a:rect l="l" t="t" r="r" b="b"/>
              <a:pathLst>
                <a:path w="10850880" h="416559">
                  <a:moveTo>
                    <a:pt x="10850880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0850880" y="416051"/>
                  </a:lnTo>
                  <a:lnTo>
                    <a:pt x="1085088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 descr="gen-dedup-23665c0bc8193eed4b19e05b81a508d3.png">
              <a:extLst>
                <a:ext uri="{FF2B5EF4-FFF2-40B4-BE49-F238E27FC236}">
                  <a16:creationId xmlns:a16="http://schemas.microsoft.com/office/drawing/2014/main" id="{0363CED4-3FA6-3E2C-2245-D3FA731A637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227" y="1175203"/>
              <a:ext cx="10850880" cy="40821"/>
            </a:xfrm>
            <a:prstGeom prst="rect">
              <a:avLst/>
            </a:prstGeom>
          </p:spPr>
        </p:pic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968A9361-0A86-0615-4989-100C4BAEF7BE}"/>
                </a:ext>
              </a:extLst>
            </p:cNvPr>
            <p:cNvSpPr/>
            <p:nvPr/>
          </p:nvSpPr>
          <p:spPr>
            <a:xfrm>
              <a:off x="681227" y="1194816"/>
              <a:ext cx="10850880" cy="334010"/>
            </a:xfrm>
            <a:custGeom>
              <a:avLst/>
              <a:gdLst/>
              <a:ahLst/>
              <a:cxnLst/>
              <a:rect l="l" t="t" r="r" b="b"/>
              <a:pathLst>
                <a:path w="10850880" h="334009">
                  <a:moveTo>
                    <a:pt x="10850880" y="0"/>
                  </a:moveTo>
                  <a:lnTo>
                    <a:pt x="0" y="0"/>
                  </a:lnTo>
                  <a:lnTo>
                    <a:pt x="0" y="333755"/>
                  </a:lnTo>
                  <a:lnTo>
                    <a:pt x="10850880" y="333755"/>
                  </a:lnTo>
                  <a:lnTo>
                    <a:pt x="1085088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gen-dedup-23665c0bc8193eed4b19e05b81a508d3.png">
              <a:extLst>
                <a:ext uri="{FF2B5EF4-FFF2-40B4-BE49-F238E27FC236}">
                  <a16:creationId xmlns:a16="http://schemas.microsoft.com/office/drawing/2014/main" id="{95A9B3C9-EB96-B3FA-C03F-86F07D64553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227" y="1528770"/>
              <a:ext cx="10850880" cy="40822"/>
            </a:xfrm>
            <a:prstGeom prst="rect">
              <a:avLst/>
            </a:prstGeom>
          </p:spPr>
        </p:pic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2271ACC6-02E6-C332-C366-D3F83D19F307}"/>
                </a:ext>
              </a:extLst>
            </p:cNvPr>
            <p:cNvSpPr/>
            <p:nvPr/>
          </p:nvSpPr>
          <p:spPr>
            <a:xfrm>
              <a:off x="10687811" y="228600"/>
              <a:ext cx="216535" cy="228600"/>
            </a:xfrm>
            <a:custGeom>
              <a:avLst/>
              <a:gdLst/>
              <a:ahLst/>
              <a:cxnLst/>
              <a:rect l="l" t="t" r="r" b="b"/>
              <a:pathLst>
                <a:path w="216534" h="228600">
                  <a:moveTo>
                    <a:pt x="21640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16407" y="228600"/>
                  </a:lnTo>
                  <a:lnTo>
                    <a:pt x="21640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D9EC7764-22BA-B03D-D2AA-52B9B46663E9}"/>
                </a:ext>
              </a:extLst>
            </p:cNvPr>
            <p:cNvSpPr/>
            <p:nvPr/>
          </p:nvSpPr>
          <p:spPr>
            <a:xfrm>
              <a:off x="10687811" y="228600"/>
              <a:ext cx="216535" cy="228600"/>
            </a:xfrm>
            <a:custGeom>
              <a:avLst/>
              <a:gdLst/>
              <a:ahLst/>
              <a:cxnLst/>
              <a:rect l="l" t="t" r="r" b="b"/>
              <a:pathLst>
                <a:path w="216534" h="228600">
                  <a:moveTo>
                    <a:pt x="0" y="228600"/>
                  </a:moveTo>
                  <a:lnTo>
                    <a:pt x="216407" y="228600"/>
                  </a:lnTo>
                  <a:lnTo>
                    <a:pt x="216407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89F2D5A3-65FB-23D9-EA67-C9BEEBA05CEE}"/>
                </a:ext>
              </a:extLst>
            </p:cNvPr>
            <p:cNvSpPr/>
            <p:nvPr/>
          </p:nvSpPr>
          <p:spPr>
            <a:xfrm>
              <a:off x="10983468" y="228600"/>
              <a:ext cx="215265" cy="228600"/>
            </a:xfrm>
            <a:custGeom>
              <a:avLst/>
              <a:gdLst/>
              <a:ahLst/>
              <a:cxnLst/>
              <a:rect l="l" t="t" r="r" b="b"/>
              <a:pathLst>
                <a:path w="215265" h="228600">
                  <a:moveTo>
                    <a:pt x="214883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14883" y="228600"/>
                  </a:lnTo>
                  <a:lnTo>
                    <a:pt x="21488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24AEC624-9998-09F8-FDC9-342084A16C80}"/>
                </a:ext>
              </a:extLst>
            </p:cNvPr>
            <p:cNvSpPr/>
            <p:nvPr/>
          </p:nvSpPr>
          <p:spPr>
            <a:xfrm>
              <a:off x="10983468" y="228600"/>
              <a:ext cx="215265" cy="228600"/>
            </a:xfrm>
            <a:custGeom>
              <a:avLst/>
              <a:gdLst/>
              <a:ahLst/>
              <a:cxnLst/>
              <a:rect l="l" t="t" r="r" b="b"/>
              <a:pathLst>
                <a:path w="215265" h="228600">
                  <a:moveTo>
                    <a:pt x="0" y="228600"/>
                  </a:moveTo>
                  <a:lnTo>
                    <a:pt x="214883" y="228600"/>
                  </a:lnTo>
                  <a:lnTo>
                    <a:pt x="214883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F29419FF-FE4A-C393-D303-1F06CCEDBEB5}"/>
                </a:ext>
              </a:extLst>
            </p:cNvPr>
            <p:cNvSpPr/>
            <p:nvPr/>
          </p:nvSpPr>
          <p:spPr>
            <a:xfrm>
              <a:off x="11276075" y="228600"/>
              <a:ext cx="216535" cy="228600"/>
            </a:xfrm>
            <a:custGeom>
              <a:avLst/>
              <a:gdLst/>
              <a:ahLst/>
              <a:cxnLst/>
              <a:rect l="l" t="t" r="r" b="b"/>
              <a:pathLst>
                <a:path w="216534" h="228600">
                  <a:moveTo>
                    <a:pt x="21640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16407" y="228600"/>
                  </a:lnTo>
                  <a:lnTo>
                    <a:pt x="21640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462E1C91-E66E-E050-980E-CF9108C85020}"/>
                </a:ext>
              </a:extLst>
            </p:cNvPr>
            <p:cNvSpPr/>
            <p:nvPr/>
          </p:nvSpPr>
          <p:spPr>
            <a:xfrm>
              <a:off x="760475" y="228600"/>
              <a:ext cx="10732135" cy="914400"/>
            </a:xfrm>
            <a:custGeom>
              <a:avLst/>
              <a:gdLst/>
              <a:ahLst/>
              <a:cxnLst/>
              <a:rect l="l" t="t" r="r" b="b"/>
              <a:pathLst>
                <a:path w="10732135" h="914400">
                  <a:moveTo>
                    <a:pt x="10515600" y="228600"/>
                  </a:moveTo>
                  <a:lnTo>
                    <a:pt x="10732008" y="228600"/>
                  </a:lnTo>
                  <a:lnTo>
                    <a:pt x="10732008" y="0"/>
                  </a:lnTo>
                  <a:lnTo>
                    <a:pt x="10515600" y="0"/>
                  </a:lnTo>
                  <a:lnTo>
                    <a:pt x="10515600" y="228600"/>
                  </a:lnTo>
                  <a:close/>
                </a:path>
                <a:path w="10732135" h="914400">
                  <a:moveTo>
                    <a:pt x="0" y="914400"/>
                  </a:moveTo>
                  <a:lnTo>
                    <a:pt x="313943" y="914400"/>
                  </a:lnTo>
                  <a:lnTo>
                    <a:pt x="313943" y="582167"/>
                  </a:lnTo>
                  <a:lnTo>
                    <a:pt x="0" y="582167"/>
                  </a:lnTo>
                  <a:lnTo>
                    <a:pt x="0" y="914400"/>
                  </a:lnTo>
                  <a:close/>
                </a:path>
                <a:path w="10732135" h="914400">
                  <a:moveTo>
                    <a:pt x="342899" y="914400"/>
                  </a:moveTo>
                  <a:lnTo>
                    <a:pt x="656843" y="914400"/>
                  </a:lnTo>
                  <a:lnTo>
                    <a:pt x="656843" y="582167"/>
                  </a:lnTo>
                  <a:lnTo>
                    <a:pt x="342899" y="582167"/>
                  </a:lnTo>
                  <a:lnTo>
                    <a:pt x="342899" y="914400"/>
                  </a:lnTo>
                  <a:close/>
                </a:path>
                <a:path w="10732135" h="914400">
                  <a:moveTo>
                    <a:pt x="687324" y="914400"/>
                  </a:moveTo>
                  <a:lnTo>
                    <a:pt x="999744" y="914400"/>
                  </a:lnTo>
                  <a:lnTo>
                    <a:pt x="999744" y="582167"/>
                  </a:lnTo>
                  <a:lnTo>
                    <a:pt x="687324" y="582167"/>
                  </a:lnTo>
                  <a:lnTo>
                    <a:pt x="687324" y="9144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425AFCD7-EDEE-43E5-4B3C-3312FD193D9D}"/>
                </a:ext>
              </a:extLst>
            </p:cNvPr>
            <p:cNvSpPr/>
            <p:nvPr/>
          </p:nvSpPr>
          <p:spPr>
            <a:xfrm>
              <a:off x="1349501" y="1238250"/>
              <a:ext cx="9321165" cy="250190"/>
            </a:xfrm>
            <a:custGeom>
              <a:avLst/>
              <a:gdLst/>
              <a:ahLst/>
              <a:cxnLst/>
              <a:rect l="l" t="t" r="r" b="b"/>
              <a:pathLst>
                <a:path w="9321165" h="250190">
                  <a:moveTo>
                    <a:pt x="9320784" y="0"/>
                  </a:moveTo>
                  <a:lnTo>
                    <a:pt x="0" y="0"/>
                  </a:lnTo>
                  <a:lnTo>
                    <a:pt x="0" y="249936"/>
                  </a:lnTo>
                  <a:lnTo>
                    <a:pt x="9320784" y="249936"/>
                  </a:lnTo>
                  <a:lnTo>
                    <a:pt x="93207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A9910DD2-63A6-5062-33F1-770708F9AEE5}"/>
                </a:ext>
              </a:extLst>
            </p:cNvPr>
            <p:cNvSpPr/>
            <p:nvPr/>
          </p:nvSpPr>
          <p:spPr>
            <a:xfrm>
              <a:off x="1349501" y="1238250"/>
              <a:ext cx="9321165" cy="250190"/>
            </a:xfrm>
            <a:custGeom>
              <a:avLst/>
              <a:gdLst/>
              <a:ahLst/>
              <a:cxnLst/>
              <a:rect l="l" t="t" r="r" b="b"/>
              <a:pathLst>
                <a:path w="9321165" h="250190">
                  <a:moveTo>
                    <a:pt x="0" y="249936"/>
                  </a:moveTo>
                  <a:lnTo>
                    <a:pt x="9320784" y="249936"/>
                  </a:lnTo>
                  <a:lnTo>
                    <a:pt x="9320784" y="0"/>
                  </a:lnTo>
                  <a:lnTo>
                    <a:pt x="0" y="0"/>
                  </a:lnTo>
                  <a:lnTo>
                    <a:pt x="0" y="249936"/>
                  </a:lnTo>
                  <a:close/>
                </a:path>
              </a:pathLst>
            </a:custGeom>
            <a:ln w="2539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98ABC9AE-A274-E600-AB95-50DD2236FB3E}"/>
                </a:ext>
              </a:extLst>
            </p:cNvPr>
            <p:cNvSpPr/>
            <p:nvPr/>
          </p:nvSpPr>
          <p:spPr>
            <a:xfrm>
              <a:off x="10767059" y="1216152"/>
              <a:ext cx="687705" cy="271780"/>
            </a:xfrm>
            <a:custGeom>
              <a:avLst/>
              <a:gdLst/>
              <a:ahLst/>
              <a:cxnLst/>
              <a:rect l="l" t="t" r="r" b="b"/>
              <a:pathLst>
                <a:path w="687704" h="271780">
                  <a:moveTo>
                    <a:pt x="0" y="271272"/>
                  </a:moveTo>
                  <a:lnTo>
                    <a:pt x="687324" y="271272"/>
                  </a:lnTo>
                  <a:lnTo>
                    <a:pt x="687324" y="0"/>
                  </a:lnTo>
                  <a:lnTo>
                    <a:pt x="0" y="0"/>
                  </a:lnTo>
                  <a:lnTo>
                    <a:pt x="0" y="2712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40416090-FE62-1E32-62B5-55AFC2D4CFFE}"/>
                </a:ext>
              </a:extLst>
            </p:cNvPr>
            <p:cNvSpPr/>
            <p:nvPr/>
          </p:nvSpPr>
          <p:spPr>
            <a:xfrm>
              <a:off x="11032235" y="274320"/>
              <a:ext cx="117475" cy="135890"/>
            </a:xfrm>
            <a:custGeom>
              <a:avLst/>
              <a:gdLst/>
              <a:ahLst/>
              <a:cxnLst/>
              <a:rect l="l" t="t" r="r" b="b"/>
              <a:pathLst>
                <a:path w="117475" h="135890">
                  <a:moveTo>
                    <a:pt x="0" y="135635"/>
                  </a:moveTo>
                  <a:lnTo>
                    <a:pt x="117348" y="135635"/>
                  </a:lnTo>
                  <a:lnTo>
                    <a:pt x="117348" y="0"/>
                  </a:lnTo>
                  <a:lnTo>
                    <a:pt x="0" y="0"/>
                  </a:lnTo>
                  <a:lnTo>
                    <a:pt x="0" y="1356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36BDC304-1680-2E20-350A-7E913F9BF531}"/>
                </a:ext>
              </a:extLst>
            </p:cNvPr>
            <p:cNvSpPr/>
            <p:nvPr/>
          </p:nvSpPr>
          <p:spPr>
            <a:xfrm>
              <a:off x="11032235" y="274320"/>
              <a:ext cx="117475" cy="21590"/>
            </a:xfrm>
            <a:custGeom>
              <a:avLst/>
              <a:gdLst/>
              <a:ahLst/>
              <a:cxnLst/>
              <a:rect l="l" t="t" r="r" b="b"/>
              <a:pathLst>
                <a:path w="117475" h="21589">
                  <a:moveTo>
                    <a:pt x="117348" y="0"/>
                  </a:moveTo>
                  <a:lnTo>
                    <a:pt x="0" y="0"/>
                  </a:lnTo>
                  <a:lnTo>
                    <a:pt x="0" y="21335"/>
                  </a:lnTo>
                  <a:lnTo>
                    <a:pt x="117348" y="21335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 descr="gen-dedup-25afa46a09582202a40d6f31fc2ccf91.png">
              <a:extLst>
                <a:ext uri="{FF2B5EF4-FFF2-40B4-BE49-F238E27FC236}">
                  <a16:creationId xmlns:a16="http://schemas.microsoft.com/office/drawing/2014/main" id="{26A09879-BC7D-671C-2DFD-F928BD9B8C0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873" y="883919"/>
              <a:ext cx="137350" cy="166115"/>
            </a:xfrm>
            <a:prstGeom prst="rect">
              <a:avLst/>
            </a:prstGeom>
          </p:spPr>
        </p:pic>
        <p:pic>
          <p:nvPicPr>
            <p:cNvPr id="34" name="object 34" descr="gen-dedup-53d8cb32c6720cdad62ecd3793163a86.png">
              <a:extLst>
                <a:ext uri="{FF2B5EF4-FFF2-40B4-BE49-F238E27FC236}">
                  <a16:creationId xmlns:a16="http://schemas.microsoft.com/office/drawing/2014/main" id="{64D24C9F-E5F7-C545-FAE0-7D480D0256D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1773" y="883919"/>
              <a:ext cx="137350" cy="166115"/>
            </a:xfrm>
            <a:prstGeom prst="rect">
              <a:avLst/>
            </a:prstGeom>
          </p:spPr>
        </p:pic>
        <p:pic>
          <p:nvPicPr>
            <p:cNvPr id="35" name="object 35" descr="gen-dedup-fa17d56a867348b02c8a56abf7174658.png">
              <a:extLst>
                <a:ext uri="{FF2B5EF4-FFF2-40B4-BE49-F238E27FC236}">
                  <a16:creationId xmlns:a16="http://schemas.microsoft.com/office/drawing/2014/main" id="{46D1A223-1B61-4552-2D92-D2A999CD18B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5938" y="883919"/>
              <a:ext cx="117730" cy="166115"/>
            </a:xfrm>
            <a:prstGeom prst="rect">
              <a:avLst/>
            </a:prstGeom>
          </p:spPr>
        </p:pic>
        <p:pic>
          <p:nvPicPr>
            <p:cNvPr id="36" name="object 36" descr="gen-dedup-013b38688217c28f0315b66cc4dba47b.png">
              <a:extLst>
                <a:ext uri="{FF2B5EF4-FFF2-40B4-BE49-F238E27FC236}">
                  <a16:creationId xmlns:a16="http://schemas.microsoft.com/office/drawing/2014/main" id="{9BBB5250-A6C2-D719-A421-34FF44AE5FF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36063" y="883919"/>
              <a:ext cx="156972" cy="166115"/>
            </a:xfrm>
            <a:prstGeom prst="rect">
              <a:avLst/>
            </a:prstGeom>
          </p:spPr>
        </p:pic>
        <p:pic>
          <p:nvPicPr>
            <p:cNvPr id="37" name="object 37" descr="gen-dedup-3408d1960989eaff15e10127b414fcf2.png">
              <a:extLst>
                <a:ext uri="{FF2B5EF4-FFF2-40B4-BE49-F238E27FC236}">
                  <a16:creationId xmlns:a16="http://schemas.microsoft.com/office/drawing/2014/main" id="{105CA8B5-C4BE-403B-79EC-998D289C6D6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39975" y="883919"/>
              <a:ext cx="137350" cy="166115"/>
            </a:xfrm>
            <a:prstGeom prst="rect">
              <a:avLst/>
            </a:prstGeom>
          </p:spPr>
        </p:pic>
        <p:pic>
          <p:nvPicPr>
            <p:cNvPr id="38" name="object 38" descr="gen-dedup-6e9e672aa626b1edf6db8640b2821839.png">
              <a:extLst>
                <a:ext uri="{FF2B5EF4-FFF2-40B4-BE49-F238E27FC236}">
                  <a16:creationId xmlns:a16="http://schemas.microsoft.com/office/drawing/2014/main" id="{F0B9747C-5C85-E67E-1706-4A358E7F0D9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24327" y="883919"/>
              <a:ext cx="156972" cy="166115"/>
            </a:xfrm>
            <a:prstGeom prst="rect">
              <a:avLst/>
            </a:prstGeom>
          </p:spPr>
        </p:pic>
        <p:pic>
          <p:nvPicPr>
            <p:cNvPr id="39" name="object 39" descr="gen-dedup-7c02ed4669765158cb6410457d6288f7.png">
              <a:extLst>
                <a:ext uri="{FF2B5EF4-FFF2-40B4-BE49-F238E27FC236}">
                  <a16:creationId xmlns:a16="http://schemas.microsoft.com/office/drawing/2014/main" id="{B10B1E27-4F6C-2469-9326-FCB2E27B6719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06831" y="1301661"/>
              <a:ext cx="144511" cy="119976"/>
            </a:xfrm>
            <a:prstGeom prst="rect">
              <a:avLst/>
            </a:prstGeom>
          </p:spPr>
        </p:pic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AC318F8C-E388-BA3C-758B-915B3564DD79}"/>
                </a:ext>
              </a:extLst>
            </p:cNvPr>
            <p:cNvSpPr/>
            <p:nvPr/>
          </p:nvSpPr>
          <p:spPr>
            <a:xfrm>
              <a:off x="681227" y="1575816"/>
              <a:ext cx="10814685" cy="314325"/>
            </a:xfrm>
            <a:custGeom>
              <a:avLst/>
              <a:gdLst/>
              <a:ahLst/>
              <a:cxnLst/>
              <a:rect l="l" t="t" r="r" b="b"/>
              <a:pathLst>
                <a:path w="10814685" h="314325">
                  <a:moveTo>
                    <a:pt x="10814304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10814304" y="313943"/>
                  </a:lnTo>
                  <a:lnTo>
                    <a:pt x="108143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>
            <a:extLst>
              <a:ext uri="{FF2B5EF4-FFF2-40B4-BE49-F238E27FC236}">
                <a16:creationId xmlns:a16="http://schemas.microsoft.com/office/drawing/2014/main" id="{CD22D113-971F-18C2-CC80-05BAA3B26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149412"/>
              </p:ext>
            </p:extLst>
          </p:nvPr>
        </p:nvGraphicFramePr>
        <p:xfrm>
          <a:off x="205188" y="1929766"/>
          <a:ext cx="7643412" cy="423158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0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0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06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798">
                <a:tc>
                  <a:txBody>
                    <a:bodyPr/>
                    <a:lstStyle/>
                    <a:p>
                      <a:pPr marL="95250" marR="6731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400" spc="-25" dirty="0">
                          <a:latin typeface="Malgun Gothic"/>
                          <a:cs typeface="Malgun Gothic"/>
                        </a:rPr>
                        <a:t>플랫폼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172085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모바일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(Android)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65735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400" spc="-25" dirty="0">
                          <a:latin typeface="Malgun Gothic"/>
                          <a:cs typeface="Malgun Gothic"/>
                        </a:rPr>
                        <a:t>장르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72085" marB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RPG,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시뮬레이션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6573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1672">
                <a:tc>
                  <a:txBody>
                    <a:bodyPr/>
                    <a:lstStyle/>
                    <a:p>
                      <a:pPr marL="95250" marR="6731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40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인원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72085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655"/>
                        </a:lnSpc>
                        <a:spcBef>
                          <a:spcPts val="5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인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기획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1,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Malgun Gothic"/>
                          <a:cs typeface="Malgun Gothic"/>
                        </a:rPr>
                        <a:t>아트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4,</a:t>
                      </a:r>
                      <a:endParaRPr sz="1400" dirty="0">
                        <a:latin typeface="Arial"/>
                        <a:cs typeface="Arial"/>
                      </a:endParaRPr>
                    </a:p>
                    <a:p>
                      <a:pPr marL="95250">
                        <a:lnSpc>
                          <a:spcPts val="1655"/>
                        </a:lnSpc>
                      </a:pPr>
                      <a:r>
                        <a:rPr sz="1400" spc="-20" dirty="0">
                          <a:latin typeface="Malgun Gothic"/>
                          <a:cs typeface="Malgun Gothic"/>
                        </a:rPr>
                        <a:t>플밍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4)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65404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40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기간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72085" marB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2025.03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~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2025.09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6573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8536">
                <a:tc>
                  <a:txBody>
                    <a:bodyPr/>
                    <a:lstStyle/>
                    <a:p>
                      <a:pPr marL="95250" marR="6731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40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도구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72085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C#,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Unity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6637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동영상</a:t>
                      </a:r>
                      <a:r>
                        <a:rPr sz="1400" spc="-1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링크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72085" marB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400" u="heavy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Malgun Gothic"/>
                          <a:cs typeface="Malgun Gothic"/>
                          <a:hlinkClick r:id="rId12"/>
                        </a:rPr>
                        <a:t>유튜브</a:t>
                      </a:r>
                      <a:r>
                        <a:rPr sz="1400" u="heavy" spc="-12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Malgun Gothic"/>
                          <a:cs typeface="Malgun Gothic"/>
                          <a:hlinkClick r:id="rId12"/>
                        </a:rPr>
                        <a:t> </a:t>
                      </a:r>
                      <a:r>
                        <a:rPr sz="1400" u="heavy" spc="-2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Malgun Gothic"/>
                          <a:cs typeface="Malgun Gothic"/>
                          <a:hlinkClick r:id="rId12"/>
                        </a:rPr>
                        <a:t>링크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7208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97136">
                <a:tc>
                  <a:txBody>
                    <a:bodyPr/>
                    <a:lstStyle/>
                    <a:p>
                      <a:pPr marL="95250" marR="6731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spc="-25" dirty="0">
                          <a:latin typeface="Malgun Gothic"/>
                          <a:cs typeface="Malgun Gothic"/>
                        </a:rPr>
                        <a:t>요약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/>
                </a:tc>
                <a:tc gridSpan="3">
                  <a:txBody>
                    <a:bodyPr/>
                    <a:lstStyle/>
                    <a:p>
                      <a:pPr marL="95250" algn="just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매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한</a:t>
                      </a:r>
                      <a:r>
                        <a:rPr sz="1400" spc="-1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판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한</a:t>
                      </a:r>
                      <a:r>
                        <a:rPr sz="1400" spc="-1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판이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달라지는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RPG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재미를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줄</a:t>
                      </a:r>
                      <a:r>
                        <a:rPr sz="1400" spc="-1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있는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게임이다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  <a:p>
                      <a:pPr marL="95250" marR="185420" algn="just">
                        <a:lnSpc>
                          <a:spcPct val="100000"/>
                        </a:lnSpc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매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판마다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등장하는</a:t>
                      </a:r>
                      <a:r>
                        <a:rPr sz="1400" spc="-20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맵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퀘스트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직업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정보가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달라지므로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이런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상황적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랜 덤성을</a:t>
                      </a:r>
                      <a:r>
                        <a:rPr sz="1400" spc="-1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이용해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플레이어는</a:t>
                      </a:r>
                      <a:r>
                        <a:rPr sz="1400" spc="-20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상황에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맞는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전략과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빌드를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선택해서</a:t>
                      </a:r>
                      <a:r>
                        <a:rPr sz="14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게임을 즐길</a:t>
                      </a:r>
                      <a:r>
                        <a:rPr sz="1400" spc="-1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14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있다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.</a:t>
                      </a:r>
                    </a:p>
                  </a:txBody>
                  <a:tcPr marL="0" marR="0" marT="857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54224">
                <a:tc>
                  <a:txBody>
                    <a:bodyPr/>
                    <a:lstStyle/>
                    <a:p>
                      <a:pPr marL="95250" marR="6731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spc="-25" dirty="0">
                          <a:latin typeface="Malgun Gothic"/>
                          <a:cs typeface="Malgun Gothic"/>
                        </a:rPr>
                        <a:t>동기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/>
                </a:tc>
                <a:tc gridSpan="3">
                  <a:txBody>
                    <a:bodyPr/>
                    <a:lstStyle/>
                    <a:p>
                      <a:pPr marL="202565" indent="-107314">
                        <a:lnSpc>
                          <a:spcPts val="1655"/>
                        </a:lnSpc>
                        <a:spcBef>
                          <a:spcPts val="725"/>
                        </a:spcBef>
                        <a:buFont typeface="Arial"/>
                        <a:buChar char="-"/>
                        <a:tabLst>
                          <a:tab pos="202565" algn="l"/>
                        </a:tabLst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서버로부터</a:t>
                      </a:r>
                      <a:r>
                        <a:rPr sz="1400" spc="-1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받아온</a:t>
                      </a:r>
                      <a:r>
                        <a:rPr sz="1400" spc="-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CSV</a:t>
                      </a:r>
                      <a:r>
                        <a:rPr sz="14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데이터</a:t>
                      </a:r>
                      <a:r>
                        <a:rPr sz="1400" spc="-10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관리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파싱</a:t>
                      </a:r>
                      <a:r>
                        <a:rPr sz="1400" spc="-11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0" dirty="0">
                          <a:latin typeface="Malgun Gothic"/>
                          <a:cs typeface="Malgun Gothic"/>
                        </a:rPr>
                        <a:t>시스템과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  <a:p>
                      <a:pPr marL="193675">
                        <a:lnSpc>
                          <a:spcPts val="1655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CSV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버전</a:t>
                      </a:r>
                      <a:r>
                        <a:rPr sz="14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관리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  <a:p>
                      <a:pPr marL="203200" indent="-107950">
                        <a:lnSpc>
                          <a:spcPct val="100000"/>
                        </a:lnSpc>
                        <a:buFont typeface="Arial"/>
                        <a:buChar char="-"/>
                        <a:tabLst>
                          <a:tab pos="203200" algn="l"/>
                        </a:tabLst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퀘스트</a:t>
                      </a:r>
                      <a:r>
                        <a:rPr sz="14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수락과</a:t>
                      </a:r>
                      <a:r>
                        <a:rPr sz="1400" spc="-1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보상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클리어</a:t>
                      </a:r>
                      <a:r>
                        <a:rPr sz="140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시스템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  <a:p>
                      <a:pPr marL="203200" indent="-107950">
                        <a:lnSpc>
                          <a:spcPct val="100000"/>
                        </a:lnSpc>
                        <a:buFont typeface="Arial"/>
                        <a:buChar char="-"/>
                        <a:tabLst>
                          <a:tab pos="203200" algn="l"/>
                        </a:tabLst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맵</a:t>
                      </a:r>
                      <a:r>
                        <a:rPr sz="140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이동</a:t>
                      </a:r>
                      <a:r>
                        <a:rPr sz="1400" spc="-1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시스템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  <a:p>
                      <a:pPr marL="203200" indent="-107950">
                        <a:lnSpc>
                          <a:spcPct val="100000"/>
                        </a:lnSpc>
                        <a:buChar char="-"/>
                        <a:tabLst>
                          <a:tab pos="203200" algn="l"/>
                        </a:tabLst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Seed/Token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400" spc="-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세이브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로드</a:t>
                      </a:r>
                      <a:r>
                        <a:rPr sz="1400" spc="-1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시스템</a:t>
                      </a:r>
                      <a:endParaRPr sz="14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4180488"/>
                  </a:ext>
                </a:extLst>
              </a:tr>
              <a:tr h="116492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65B1140F-1B9C-F888-ADE4-552F1427D6E8}"/>
              </a:ext>
            </a:extLst>
          </p:cNvPr>
          <p:cNvSpPr txBox="1"/>
          <p:nvPr/>
        </p:nvSpPr>
        <p:spPr>
          <a:xfrm>
            <a:off x="148485" y="478864"/>
            <a:ext cx="4728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파일</a:t>
            </a:r>
            <a:r>
              <a:rPr lang="en-US" altLang="ko-KR" sz="1200" dirty="0"/>
              <a:t>(F)</a:t>
            </a:r>
            <a:r>
              <a:rPr lang="ko-KR" altLang="en-US" sz="1200" spc="475" dirty="0"/>
              <a:t> </a:t>
            </a:r>
            <a:r>
              <a:rPr lang="ko-KR" altLang="en-US" sz="1200" dirty="0"/>
              <a:t>편집</a:t>
            </a:r>
            <a:r>
              <a:rPr lang="en-US" altLang="ko-KR" sz="1200" dirty="0"/>
              <a:t>(E)</a:t>
            </a:r>
            <a:r>
              <a:rPr lang="ko-KR" altLang="en-US" sz="1200" spc="490" dirty="0"/>
              <a:t> </a:t>
            </a:r>
            <a:r>
              <a:rPr lang="ko-KR" altLang="en-US" sz="1200" dirty="0"/>
              <a:t>보기</a:t>
            </a:r>
            <a:r>
              <a:rPr lang="en-US" altLang="ko-KR" sz="1200" dirty="0"/>
              <a:t>(V)</a:t>
            </a:r>
            <a:r>
              <a:rPr lang="ko-KR" altLang="en-US" sz="1200" spc="475" dirty="0"/>
              <a:t> </a:t>
            </a:r>
            <a:r>
              <a:rPr lang="ko-KR" altLang="en-US" sz="1200" dirty="0"/>
              <a:t>도구</a:t>
            </a:r>
            <a:r>
              <a:rPr lang="en-US" altLang="ko-KR" sz="1200" dirty="0"/>
              <a:t>(T)</a:t>
            </a:r>
            <a:r>
              <a:rPr lang="ko-KR" altLang="en-US" sz="1200" spc="125" dirty="0"/>
              <a:t>  </a:t>
            </a:r>
            <a:r>
              <a:rPr lang="ko-KR" altLang="en-US" sz="1200" spc="-10" dirty="0"/>
              <a:t>도움말</a:t>
            </a:r>
            <a:r>
              <a:rPr lang="en-US" altLang="ko-KR" sz="1200" spc="-10" dirty="0"/>
              <a:t>(H)</a:t>
            </a:r>
            <a:endParaRPr lang="ko-KR" alt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1C09A7-1D97-3A3F-A316-8A5FC7A0412C}"/>
              </a:ext>
            </a:extLst>
          </p:cNvPr>
          <p:cNvSpPr txBox="1"/>
          <p:nvPr/>
        </p:nvSpPr>
        <p:spPr>
          <a:xfrm>
            <a:off x="213561" y="1225468"/>
            <a:ext cx="3890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0" dirty="0"/>
              <a:t>주소</a:t>
            </a:r>
            <a:r>
              <a:rPr lang="en-US" altLang="ko-KR" sz="1200" spc="-10" dirty="0"/>
              <a:t>(D)</a:t>
            </a:r>
            <a:r>
              <a:rPr lang="en-US" altLang="ko-KR" sz="1200" dirty="0"/>
              <a:t>	</a:t>
            </a:r>
            <a:r>
              <a:rPr lang="en-US" altLang="ko-KR" sz="1200" spc="-10" dirty="0"/>
              <a:t>C:\Portfolio\Projects\</a:t>
            </a:r>
            <a:r>
              <a:rPr lang="en-US" altLang="ko-KR" sz="1200" spc="-10" dirty="0">
                <a:solidFill>
                  <a:schemeClr val="tx1"/>
                </a:solidFill>
                <a:latin typeface="Calibri"/>
                <a:cs typeface="Calibri"/>
              </a:rPr>
              <a:t>World </a:t>
            </a:r>
            <a:r>
              <a:rPr lang="en-US" altLang="ko-KR" sz="1200" dirty="0">
                <a:solidFill>
                  <a:schemeClr val="tx1"/>
                </a:solidFill>
                <a:latin typeface="Calibri"/>
                <a:cs typeface="Calibri"/>
              </a:rPr>
              <a:t>First</a:t>
            </a:r>
            <a:r>
              <a:rPr lang="en-US" altLang="ko-KR" sz="12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ko-KR" sz="1200" spc="-20" dirty="0">
                <a:solidFill>
                  <a:schemeClr val="tx1"/>
                </a:solidFill>
                <a:latin typeface="Calibri"/>
                <a:cs typeface="Calibri"/>
              </a:rPr>
              <a:t>Kill</a:t>
            </a:r>
            <a:endParaRPr lang="ko-KR" altLang="en-US" sz="1200" dirty="0">
              <a:solidFill>
                <a:schemeClr val="tx1"/>
              </a:solidFill>
              <a:latin typeface="Malgun Gothic"/>
              <a:cs typeface="Malgun Gothic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C8EA32-FE95-C596-5697-8BE8CC1F7479}"/>
              </a:ext>
            </a:extLst>
          </p:cNvPr>
          <p:cNvSpPr txBox="1"/>
          <p:nvPr/>
        </p:nvSpPr>
        <p:spPr>
          <a:xfrm>
            <a:off x="170978" y="1566446"/>
            <a:ext cx="2496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pc="-10" dirty="0">
                <a:solidFill>
                  <a:srgbClr val="FFFFFF"/>
                </a:solidFill>
                <a:latin typeface="Calibri"/>
                <a:cs typeface="Calibri"/>
              </a:rPr>
              <a:t>World </a:t>
            </a:r>
            <a:r>
              <a:rPr lang="en-US" altLang="ko-KR" sz="1600" b="1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lang="en-US" altLang="ko-KR"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altLang="ko-KR" sz="1600" b="1" spc="-20" dirty="0">
                <a:solidFill>
                  <a:srgbClr val="FFFFFF"/>
                </a:solidFill>
                <a:latin typeface="Calibri"/>
                <a:cs typeface="Calibri"/>
              </a:rPr>
              <a:t>Kill</a:t>
            </a:r>
            <a:endParaRPr lang="ko-KR" altLang="en-US" sz="1600"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1FE64E-B781-7993-6A95-E04A35392FE2}"/>
              </a:ext>
            </a:extLst>
          </p:cNvPr>
          <p:cNvSpPr txBox="1"/>
          <p:nvPr/>
        </p:nvSpPr>
        <p:spPr>
          <a:xfrm>
            <a:off x="11720795" y="125261"/>
            <a:ext cx="305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spc="-75" baseline="-6172" dirty="0">
                <a:latin typeface="Arial"/>
                <a:cs typeface="Arial"/>
              </a:rPr>
              <a:t>X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0D8B0E-1768-41AC-6923-404DE560F01A}"/>
              </a:ext>
            </a:extLst>
          </p:cNvPr>
          <p:cNvSpPr txBox="1"/>
          <p:nvPr/>
        </p:nvSpPr>
        <p:spPr>
          <a:xfrm>
            <a:off x="11067482" y="31402"/>
            <a:ext cx="305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spc="-50" dirty="0">
                <a:latin typeface="Arial"/>
                <a:cs typeface="Arial"/>
              </a:rPr>
              <a:t>_</a:t>
            </a:r>
            <a:endParaRPr lang="ko-KR" altLang="en-US" dirty="0"/>
          </a:p>
        </p:txBody>
      </p:sp>
      <p:pic>
        <p:nvPicPr>
          <p:cNvPr id="10" name="object 40">
            <a:extLst>
              <a:ext uri="{FF2B5EF4-FFF2-40B4-BE49-F238E27FC236}">
                <a16:creationId xmlns:a16="http://schemas.microsoft.com/office/drawing/2014/main" id="{F0565870-5027-7479-EFF6-978D7829D76C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599920" y="2014459"/>
            <a:ext cx="2740153" cy="409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21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76999"/>
            <a:ext cx="12192000" cy="381000"/>
            <a:chOff x="0" y="6476999"/>
            <a:chExt cx="12192000" cy="381000"/>
          </a:xfrm>
        </p:grpSpPr>
        <p:sp>
          <p:nvSpPr>
            <p:cNvPr id="3" name="object 3"/>
            <p:cNvSpPr/>
            <p:nvPr/>
          </p:nvSpPr>
          <p:spPr>
            <a:xfrm>
              <a:off x="0" y="6476999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121920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12192000" y="3809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476999"/>
              <a:ext cx="12192000" cy="18415"/>
            </a:xfrm>
            <a:custGeom>
              <a:avLst/>
              <a:gdLst/>
              <a:ahLst/>
              <a:cxnLst/>
              <a:rect l="l" t="t" r="r" b="b"/>
              <a:pathLst>
                <a:path w="12192000" h="18414">
                  <a:moveTo>
                    <a:pt x="121920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2192000" y="182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861" y="6515860"/>
              <a:ext cx="858519" cy="304800"/>
            </a:xfrm>
            <a:custGeom>
              <a:avLst/>
              <a:gdLst/>
              <a:ahLst/>
              <a:cxnLst/>
              <a:rect l="l" t="t" r="r" b="b"/>
              <a:pathLst>
                <a:path w="858519" h="304800">
                  <a:moveTo>
                    <a:pt x="0" y="304800"/>
                  </a:moveTo>
                  <a:lnTo>
                    <a:pt x="858012" y="304800"/>
                  </a:lnTo>
                  <a:lnTo>
                    <a:pt x="858012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714500" y="3048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0" y="304800"/>
                  </a:moveTo>
                  <a:lnTo>
                    <a:pt x="1714500" y="304800"/>
                  </a:lnTo>
                  <a:lnTo>
                    <a:pt x="17145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 descr="gen-dedup-b7042822c590cf1066a472ff1b5b8f45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021" y="6605153"/>
              <a:ext cx="119555" cy="120071"/>
            </a:xfrm>
            <a:prstGeom prst="rect">
              <a:avLst/>
            </a:prstGeom>
          </p:spPr>
        </p:pic>
        <p:pic>
          <p:nvPicPr>
            <p:cNvPr id="9" name="object 9" descr="gen-dedup-ba9d3020b28ee88c3f41e8c221d65fea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1466" y="6609771"/>
              <a:ext cx="86868" cy="115453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54761" y="96265"/>
            <a:ext cx="11724005" cy="6109335"/>
            <a:chOff x="254761" y="96265"/>
            <a:chExt cx="11724005" cy="6109335"/>
          </a:xfrm>
        </p:grpSpPr>
        <p:sp>
          <p:nvSpPr>
            <p:cNvPr id="11" name="object 11"/>
            <p:cNvSpPr/>
            <p:nvPr/>
          </p:nvSpPr>
          <p:spPr>
            <a:xfrm>
              <a:off x="267461" y="108965"/>
              <a:ext cx="11698605" cy="6083935"/>
            </a:xfrm>
            <a:custGeom>
              <a:avLst/>
              <a:gdLst/>
              <a:ahLst/>
              <a:cxnLst/>
              <a:rect l="l" t="t" r="r" b="b"/>
              <a:pathLst>
                <a:path w="11698605" h="6083935">
                  <a:moveTo>
                    <a:pt x="11698224" y="0"/>
                  </a:moveTo>
                  <a:lnTo>
                    <a:pt x="0" y="0"/>
                  </a:lnTo>
                  <a:lnTo>
                    <a:pt x="0" y="6083808"/>
                  </a:lnTo>
                  <a:lnTo>
                    <a:pt x="11698224" y="6083808"/>
                  </a:lnTo>
                  <a:lnTo>
                    <a:pt x="1169822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7461" y="108965"/>
              <a:ext cx="11698605" cy="6083935"/>
            </a:xfrm>
            <a:custGeom>
              <a:avLst/>
              <a:gdLst/>
              <a:ahLst/>
              <a:cxnLst/>
              <a:rect l="l" t="t" r="r" b="b"/>
              <a:pathLst>
                <a:path w="11698605" h="6083935">
                  <a:moveTo>
                    <a:pt x="0" y="6083808"/>
                  </a:moveTo>
                  <a:lnTo>
                    <a:pt x="11698224" y="6083808"/>
                  </a:lnTo>
                  <a:lnTo>
                    <a:pt x="11698224" y="0"/>
                  </a:lnTo>
                  <a:lnTo>
                    <a:pt x="0" y="0"/>
                  </a:lnTo>
                  <a:lnTo>
                    <a:pt x="0" y="608380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59" y="128015"/>
              <a:ext cx="11652885" cy="285115"/>
            </a:xfrm>
            <a:custGeom>
              <a:avLst/>
              <a:gdLst/>
              <a:ahLst/>
              <a:cxnLst/>
              <a:rect l="l" t="t" r="r" b="b"/>
              <a:pathLst>
                <a:path w="11652885" h="285115">
                  <a:moveTo>
                    <a:pt x="11652504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11652504" y="284988"/>
                  </a:lnTo>
                  <a:lnTo>
                    <a:pt x="116525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0050" y="514349"/>
              <a:ext cx="11433175" cy="5577840"/>
            </a:xfrm>
            <a:custGeom>
              <a:avLst/>
              <a:gdLst/>
              <a:ahLst/>
              <a:cxnLst/>
              <a:rect l="l" t="t" r="r" b="b"/>
              <a:pathLst>
                <a:path w="11433175" h="5577840">
                  <a:moveTo>
                    <a:pt x="11433048" y="534162"/>
                  </a:moveTo>
                  <a:lnTo>
                    <a:pt x="0" y="534162"/>
                  </a:lnTo>
                  <a:lnTo>
                    <a:pt x="0" y="5577840"/>
                  </a:lnTo>
                  <a:lnTo>
                    <a:pt x="11433048" y="5577840"/>
                  </a:lnTo>
                  <a:lnTo>
                    <a:pt x="11433048" y="534162"/>
                  </a:lnTo>
                  <a:close/>
                </a:path>
                <a:path w="11433175" h="5577840">
                  <a:moveTo>
                    <a:pt x="11433048" y="0"/>
                  </a:moveTo>
                  <a:lnTo>
                    <a:pt x="0" y="0"/>
                  </a:lnTo>
                  <a:lnTo>
                    <a:pt x="0" y="151638"/>
                  </a:lnTo>
                  <a:lnTo>
                    <a:pt x="11433048" y="151638"/>
                  </a:lnTo>
                  <a:lnTo>
                    <a:pt x="11433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0049" y="514349"/>
              <a:ext cx="11433175" cy="5577840"/>
            </a:xfrm>
            <a:custGeom>
              <a:avLst/>
              <a:gdLst/>
              <a:ahLst/>
              <a:cxnLst/>
              <a:rect l="l" t="t" r="r" b="b"/>
              <a:pathLst>
                <a:path w="11433175" h="5577840">
                  <a:moveTo>
                    <a:pt x="0" y="5577840"/>
                  </a:moveTo>
                  <a:lnTo>
                    <a:pt x="11433048" y="5577840"/>
                  </a:lnTo>
                  <a:lnTo>
                    <a:pt x="11433048" y="0"/>
                  </a:lnTo>
                  <a:lnTo>
                    <a:pt x="0" y="0"/>
                  </a:lnTo>
                  <a:lnTo>
                    <a:pt x="0" y="5577840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655552" y="158496"/>
              <a:ext cx="242570" cy="222885"/>
            </a:xfrm>
            <a:custGeom>
              <a:avLst/>
              <a:gdLst/>
              <a:ahLst/>
              <a:cxnLst/>
              <a:rect l="l" t="t" r="r" b="b"/>
              <a:pathLst>
                <a:path w="242570" h="222885">
                  <a:moveTo>
                    <a:pt x="242316" y="0"/>
                  </a:moveTo>
                  <a:lnTo>
                    <a:pt x="0" y="0"/>
                  </a:lnTo>
                  <a:lnTo>
                    <a:pt x="0" y="222503"/>
                  </a:lnTo>
                  <a:lnTo>
                    <a:pt x="242316" y="222503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655552" y="158496"/>
              <a:ext cx="242570" cy="222885"/>
            </a:xfrm>
            <a:custGeom>
              <a:avLst/>
              <a:gdLst/>
              <a:ahLst/>
              <a:cxnLst/>
              <a:rect l="l" t="t" r="r" b="b"/>
              <a:pathLst>
                <a:path w="242570" h="222885">
                  <a:moveTo>
                    <a:pt x="0" y="222503"/>
                  </a:moveTo>
                  <a:lnTo>
                    <a:pt x="242316" y="222503"/>
                  </a:lnTo>
                  <a:lnTo>
                    <a:pt x="242316" y="0"/>
                  </a:lnTo>
                  <a:lnTo>
                    <a:pt x="0" y="0"/>
                  </a:lnTo>
                  <a:lnTo>
                    <a:pt x="0" y="2225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9506" y="186054"/>
            <a:ext cx="10471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Kill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.exe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31497" y="183260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7763" y="665987"/>
            <a:ext cx="11433175" cy="5344795"/>
            <a:chOff x="397763" y="665987"/>
            <a:chExt cx="11433175" cy="5344795"/>
          </a:xfrm>
        </p:grpSpPr>
        <p:sp>
          <p:nvSpPr>
            <p:cNvPr id="21" name="object 21"/>
            <p:cNvSpPr/>
            <p:nvPr/>
          </p:nvSpPr>
          <p:spPr>
            <a:xfrm>
              <a:off x="397763" y="665987"/>
              <a:ext cx="11433175" cy="382905"/>
            </a:xfrm>
            <a:custGeom>
              <a:avLst/>
              <a:gdLst/>
              <a:ahLst/>
              <a:cxnLst/>
              <a:rect l="l" t="t" r="r" b="b"/>
              <a:pathLst>
                <a:path w="11433175" h="382905">
                  <a:moveTo>
                    <a:pt x="11433048" y="0"/>
                  </a:moveTo>
                  <a:lnTo>
                    <a:pt x="0" y="0"/>
                  </a:lnTo>
                  <a:lnTo>
                    <a:pt x="0" y="382524"/>
                  </a:lnTo>
                  <a:lnTo>
                    <a:pt x="11433048" y="382524"/>
                  </a:lnTo>
                  <a:lnTo>
                    <a:pt x="1143304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0446" y="1149857"/>
              <a:ext cx="11212195" cy="4848225"/>
            </a:xfrm>
            <a:custGeom>
              <a:avLst/>
              <a:gdLst/>
              <a:ahLst/>
              <a:cxnLst/>
              <a:rect l="l" t="t" r="r" b="b"/>
              <a:pathLst>
                <a:path w="11212195" h="4848225">
                  <a:moveTo>
                    <a:pt x="11212068" y="387858"/>
                  </a:moveTo>
                  <a:lnTo>
                    <a:pt x="0" y="387858"/>
                  </a:lnTo>
                  <a:lnTo>
                    <a:pt x="0" y="4847844"/>
                  </a:lnTo>
                  <a:lnTo>
                    <a:pt x="11212068" y="4847844"/>
                  </a:lnTo>
                  <a:lnTo>
                    <a:pt x="11212068" y="387858"/>
                  </a:lnTo>
                  <a:close/>
                </a:path>
                <a:path w="11212195" h="4848225">
                  <a:moveTo>
                    <a:pt x="11212068" y="0"/>
                  </a:moveTo>
                  <a:lnTo>
                    <a:pt x="0" y="0"/>
                  </a:lnTo>
                  <a:lnTo>
                    <a:pt x="0" y="5334"/>
                  </a:lnTo>
                  <a:lnTo>
                    <a:pt x="11212068" y="5334"/>
                  </a:lnTo>
                  <a:lnTo>
                    <a:pt x="1121206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0445" y="1149857"/>
              <a:ext cx="11212195" cy="4848225"/>
            </a:xfrm>
            <a:custGeom>
              <a:avLst/>
              <a:gdLst/>
              <a:ahLst/>
              <a:cxnLst/>
              <a:rect l="l" t="t" r="r" b="b"/>
              <a:pathLst>
                <a:path w="11212195" h="4848225">
                  <a:moveTo>
                    <a:pt x="0" y="4847844"/>
                  </a:moveTo>
                  <a:lnTo>
                    <a:pt x="11212068" y="4847844"/>
                  </a:lnTo>
                  <a:lnTo>
                    <a:pt x="11212068" y="0"/>
                  </a:lnTo>
                  <a:lnTo>
                    <a:pt x="0" y="0"/>
                  </a:lnTo>
                  <a:lnTo>
                    <a:pt x="0" y="484784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9684" y="1155191"/>
              <a:ext cx="11212195" cy="382905"/>
            </a:xfrm>
            <a:custGeom>
              <a:avLst/>
              <a:gdLst/>
              <a:ahLst/>
              <a:cxnLst/>
              <a:rect l="l" t="t" r="r" b="b"/>
              <a:pathLst>
                <a:path w="11212195" h="382905">
                  <a:moveTo>
                    <a:pt x="11212068" y="0"/>
                  </a:moveTo>
                  <a:lnTo>
                    <a:pt x="0" y="0"/>
                  </a:lnTo>
                  <a:lnTo>
                    <a:pt x="0" y="382524"/>
                  </a:lnTo>
                  <a:lnTo>
                    <a:pt x="11212068" y="382524"/>
                  </a:lnTo>
                  <a:lnTo>
                    <a:pt x="1121206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92504" y="695959"/>
            <a:ext cx="9210675" cy="139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3755" algn="ctr">
              <a:lnSpc>
                <a:spcPct val="100000"/>
              </a:lnSpc>
              <a:spcBef>
                <a:spcPts val="100"/>
              </a:spcBef>
            </a:pPr>
            <a:r>
              <a:rPr sz="1800" b="1" spc="-170" dirty="0">
                <a:solidFill>
                  <a:srgbClr val="FFFFFF"/>
                </a:solidFill>
                <a:latin typeface="Microsoft YaHei"/>
                <a:cs typeface="Microsoft YaHei"/>
              </a:rPr>
              <a:t>Json</a:t>
            </a:r>
            <a:r>
              <a:rPr sz="1800" b="1" spc="-350" dirty="0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기반</a:t>
            </a:r>
            <a:r>
              <a:rPr sz="1800" b="1" spc="-2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저장의</a:t>
            </a:r>
            <a:r>
              <a:rPr sz="1800" b="1" spc="-2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부담감에</a:t>
            </a:r>
            <a:r>
              <a:rPr sz="1800" b="1" spc="-2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대한</a:t>
            </a:r>
            <a:r>
              <a:rPr sz="1800" b="1" spc="-2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문제에</a:t>
            </a:r>
            <a:r>
              <a:rPr sz="1800" b="1" spc="-2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대한</a:t>
            </a:r>
            <a:r>
              <a:rPr sz="1800" b="1" spc="-2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고민</a:t>
            </a:r>
            <a:endParaRPr sz="1800">
              <a:latin typeface="Malgun Gothic"/>
              <a:cs typeface="Malgun Gothic"/>
            </a:endParaRPr>
          </a:p>
          <a:p>
            <a:pPr marL="820419" algn="ctr">
              <a:lnSpc>
                <a:spcPct val="100000"/>
              </a:lnSpc>
              <a:spcBef>
                <a:spcPts val="2010"/>
              </a:spcBef>
            </a:pPr>
            <a:r>
              <a:rPr sz="1300" b="1" dirty="0">
                <a:solidFill>
                  <a:srgbClr val="FFD600"/>
                </a:solidFill>
                <a:latin typeface="Malgun Gothic"/>
                <a:cs typeface="Malgun Gothic"/>
              </a:rPr>
              <a:t>상황</a:t>
            </a:r>
            <a:r>
              <a:rPr sz="1300" b="1" spc="-114" dirty="0">
                <a:solidFill>
                  <a:srgbClr val="FFD600"/>
                </a:solidFill>
                <a:latin typeface="Malgun Gothic"/>
                <a:cs typeface="Malgun Gothic"/>
              </a:rPr>
              <a:t> </a:t>
            </a:r>
            <a:r>
              <a:rPr sz="1300" b="1" dirty="0">
                <a:solidFill>
                  <a:srgbClr val="FFD600"/>
                </a:solidFill>
                <a:latin typeface="Malgun Gothic"/>
                <a:cs typeface="Malgun Gothic"/>
              </a:rPr>
              <a:t>분석</a:t>
            </a:r>
            <a:r>
              <a:rPr sz="1300" b="1" spc="-105" dirty="0">
                <a:solidFill>
                  <a:srgbClr val="FFD600"/>
                </a:solidFill>
                <a:latin typeface="Malgun Gothic"/>
                <a:cs typeface="Malgun Gothic"/>
              </a:rPr>
              <a:t> </a:t>
            </a:r>
            <a:r>
              <a:rPr sz="1300" b="1" dirty="0">
                <a:solidFill>
                  <a:srgbClr val="FFD600"/>
                </a:solidFill>
                <a:latin typeface="Malgun Gothic"/>
                <a:cs typeface="Malgun Gothic"/>
              </a:rPr>
              <a:t>및</a:t>
            </a:r>
            <a:r>
              <a:rPr sz="1300" b="1" spc="-114" dirty="0">
                <a:solidFill>
                  <a:srgbClr val="FFD600"/>
                </a:solidFill>
                <a:latin typeface="Malgun Gothic"/>
                <a:cs typeface="Malgun Gothic"/>
              </a:rPr>
              <a:t> </a:t>
            </a:r>
            <a:r>
              <a:rPr sz="1300" b="1" spc="-25" dirty="0">
                <a:solidFill>
                  <a:srgbClr val="FFD600"/>
                </a:solidFill>
                <a:latin typeface="Malgun Gothic"/>
                <a:cs typeface="Malgun Gothic"/>
              </a:rPr>
              <a:t>고민</a:t>
            </a:r>
            <a:endParaRPr sz="1300">
              <a:latin typeface="Malgun Gothic"/>
              <a:cs typeface="Malgun Gothic"/>
            </a:endParaRPr>
          </a:p>
          <a:p>
            <a:pPr marL="12700" marR="5080">
              <a:lnSpc>
                <a:spcPct val="100000"/>
              </a:lnSpc>
              <a:spcBef>
                <a:spcPts val="1689"/>
              </a:spcBef>
            </a:pPr>
            <a:r>
              <a:rPr sz="1400" dirty="0">
                <a:latin typeface="Malgun Gothic"/>
                <a:cs typeface="Malgun Gothic"/>
              </a:rPr>
              <a:t>던전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직업</a:t>
            </a:r>
            <a:r>
              <a:rPr sz="1400" spc="-1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스킬</a:t>
            </a:r>
            <a:r>
              <a:rPr sz="1400" spc="-1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및</a:t>
            </a:r>
            <a:r>
              <a:rPr sz="1400" spc="-1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조합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퀘스트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직업</a:t>
            </a:r>
            <a:r>
              <a:rPr sz="1400" spc="-1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정보를</a:t>
            </a:r>
            <a:r>
              <a:rPr sz="1400" spc="-1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다</a:t>
            </a:r>
            <a:r>
              <a:rPr sz="1400" spc="-110" dirty="0"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Json</a:t>
            </a:r>
            <a:r>
              <a:rPr sz="1400" dirty="0">
                <a:solidFill>
                  <a:srgbClr val="FF0000"/>
                </a:solidFill>
                <a:latin typeface="Malgun Gothic"/>
                <a:cs typeface="Malgun Gothic"/>
              </a:rPr>
              <a:t>으로</a:t>
            </a:r>
            <a:r>
              <a:rPr sz="1400" spc="-14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0000"/>
                </a:solidFill>
                <a:latin typeface="Malgun Gothic"/>
                <a:cs typeface="Malgun Gothic"/>
              </a:rPr>
              <a:t>저장하면</a:t>
            </a:r>
            <a:r>
              <a:rPr sz="1400" spc="-1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sz="1400" spc="-1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0000"/>
                </a:solidFill>
                <a:latin typeface="Malgun Gothic"/>
                <a:cs typeface="Malgun Gothic"/>
              </a:rPr>
              <a:t>크기가</a:t>
            </a:r>
            <a:r>
              <a:rPr sz="1400" spc="-1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0000"/>
                </a:solidFill>
                <a:latin typeface="Malgun Gothic"/>
                <a:cs typeface="Malgun Gothic"/>
              </a:rPr>
              <a:t>커지고</a:t>
            </a:r>
            <a:r>
              <a:rPr sz="1400" spc="-1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0000"/>
                </a:solidFill>
                <a:latin typeface="Malgun Gothic"/>
                <a:cs typeface="Malgun Gothic"/>
              </a:rPr>
              <a:t>관리하기</a:t>
            </a:r>
            <a:r>
              <a:rPr sz="1400" spc="-1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0000"/>
                </a:solidFill>
                <a:latin typeface="Malgun Gothic"/>
                <a:cs typeface="Malgun Gothic"/>
              </a:rPr>
              <a:t>번거로울</a:t>
            </a:r>
            <a:r>
              <a:rPr sz="1400" spc="-1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0000"/>
                </a:solidFill>
                <a:latin typeface="Malgun Gothic"/>
                <a:cs typeface="Malgun Gothic"/>
              </a:rPr>
              <a:t>수</a:t>
            </a:r>
            <a:r>
              <a:rPr sz="1400" spc="-1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Malgun Gothic"/>
                <a:cs typeface="Malgun Gothic"/>
              </a:rPr>
              <a:t>있음 </a:t>
            </a:r>
            <a:r>
              <a:rPr sz="1400" dirty="0">
                <a:latin typeface="Malgun Gothic"/>
                <a:cs typeface="Malgun Gothic"/>
              </a:rPr>
              <a:t>방대한</a:t>
            </a:r>
            <a:r>
              <a:rPr sz="1400" spc="-12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Arial"/>
                <a:cs typeface="Arial"/>
              </a:rPr>
              <a:t>Json</a:t>
            </a:r>
            <a:r>
              <a:rPr sz="1400" spc="-10" dirty="0">
                <a:latin typeface="Malgun Gothic"/>
                <a:cs typeface="Malgun Gothic"/>
              </a:rPr>
              <a:t>을</a:t>
            </a:r>
            <a:r>
              <a:rPr sz="1400" spc="-1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해석하고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이를</a:t>
            </a:r>
            <a:r>
              <a:rPr sz="1400" spc="-10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게임에</a:t>
            </a:r>
            <a:r>
              <a:rPr sz="1400" spc="-1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적용하기에</a:t>
            </a:r>
            <a:r>
              <a:rPr sz="1400" spc="-1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파싱하는</a:t>
            </a:r>
            <a:r>
              <a:rPr sz="1400" spc="-1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과정에서</a:t>
            </a:r>
            <a:r>
              <a:rPr sz="1400" spc="-1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오버헤드나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코드의</a:t>
            </a:r>
            <a:r>
              <a:rPr sz="1400" spc="-1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복잡성이</a:t>
            </a:r>
            <a:r>
              <a:rPr sz="1400" spc="-1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올라갈</a:t>
            </a:r>
            <a:r>
              <a:rPr sz="1400" spc="-1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수</a:t>
            </a:r>
            <a:r>
              <a:rPr sz="1400" spc="-10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있다</a:t>
            </a:r>
            <a:r>
              <a:rPr sz="1400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65987" y="2301239"/>
            <a:ext cx="10906125" cy="3581400"/>
            <a:chOff x="665987" y="2301239"/>
            <a:chExt cx="10906125" cy="358140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7459" y="2828543"/>
              <a:ext cx="5224272" cy="305409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65987" y="2301239"/>
              <a:ext cx="4686300" cy="281940"/>
            </a:xfrm>
            <a:custGeom>
              <a:avLst/>
              <a:gdLst/>
              <a:ahLst/>
              <a:cxnLst/>
              <a:rect l="l" t="t" r="r" b="b"/>
              <a:pathLst>
                <a:path w="4686300" h="281939">
                  <a:moveTo>
                    <a:pt x="4686300" y="0"/>
                  </a:moveTo>
                  <a:lnTo>
                    <a:pt x="0" y="0"/>
                  </a:lnTo>
                  <a:lnTo>
                    <a:pt x="0" y="281939"/>
                  </a:lnTo>
                  <a:lnTo>
                    <a:pt x="4686300" y="281939"/>
                  </a:lnTo>
                  <a:lnTo>
                    <a:pt x="468630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 descr="gen-dedup-71753b08b0053994a79b5429ad4ecf11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1683" y="3698972"/>
              <a:ext cx="113385" cy="11080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564885" y="3647693"/>
              <a:ext cx="634365" cy="429895"/>
            </a:xfrm>
            <a:custGeom>
              <a:avLst/>
              <a:gdLst/>
              <a:ahLst/>
              <a:cxnLst/>
              <a:rect l="l" t="t" r="r" b="b"/>
              <a:pathLst>
                <a:path w="634364" h="429895">
                  <a:moveTo>
                    <a:pt x="419100" y="0"/>
                  </a:moveTo>
                  <a:lnTo>
                    <a:pt x="419100" y="107441"/>
                  </a:lnTo>
                  <a:lnTo>
                    <a:pt x="0" y="107441"/>
                  </a:lnTo>
                  <a:lnTo>
                    <a:pt x="0" y="322325"/>
                  </a:lnTo>
                  <a:lnTo>
                    <a:pt x="419100" y="322325"/>
                  </a:lnTo>
                  <a:lnTo>
                    <a:pt x="419100" y="429767"/>
                  </a:lnTo>
                  <a:lnTo>
                    <a:pt x="633984" y="214883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64885" y="3647693"/>
              <a:ext cx="634365" cy="429895"/>
            </a:xfrm>
            <a:custGeom>
              <a:avLst/>
              <a:gdLst/>
              <a:ahLst/>
              <a:cxnLst/>
              <a:rect l="l" t="t" r="r" b="b"/>
              <a:pathLst>
                <a:path w="634364" h="429895">
                  <a:moveTo>
                    <a:pt x="0" y="107441"/>
                  </a:moveTo>
                  <a:lnTo>
                    <a:pt x="419100" y="107441"/>
                  </a:lnTo>
                  <a:lnTo>
                    <a:pt x="419100" y="0"/>
                  </a:lnTo>
                  <a:lnTo>
                    <a:pt x="633984" y="214883"/>
                  </a:lnTo>
                  <a:lnTo>
                    <a:pt x="419100" y="429767"/>
                  </a:lnTo>
                  <a:lnTo>
                    <a:pt x="419100" y="322325"/>
                  </a:lnTo>
                  <a:lnTo>
                    <a:pt x="0" y="322325"/>
                  </a:lnTo>
                  <a:lnTo>
                    <a:pt x="0" y="107441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371844" y="2257044"/>
            <a:ext cx="5213985" cy="47752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130810" rIns="0" bIns="0" rtlCol="0">
            <a:spAutoFit/>
          </a:bodyPr>
          <a:lstStyle/>
          <a:p>
            <a:pPr marL="334645">
              <a:lnSpc>
                <a:spcPct val="100000"/>
              </a:lnSpc>
              <a:spcBef>
                <a:spcPts val="1030"/>
              </a:spcBef>
            </a:pPr>
            <a:r>
              <a:rPr sz="1200" b="1" spc="415" dirty="0">
                <a:latin typeface="Segoe UI Emoji"/>
                <a:cs typeface="Segoe UI Emoji"/>
              </a:rPr>
              <a:t>💡</a:t>
            </a:r>
            <a:r>
              <a:rPr sz="1200" b="1" spc="-35" dirty="0">
                <a:latin typeface="Segoe UI Emoji"/>
                <a:cs typeface="Segoe UI Emoji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마인크래프트라는</a:t>
            </a:r>
            <a:r>
              <a:rPr sz="1200" b="1" spc="-7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게임을</a:t>
            </a:r>
            <a:r>
              <a:rPr sz="1200" b="1" spc="-9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참고하여</a:t>
            </a:r>
            <a:r>
              <a:rPr sz="1200" b="1" spc="-9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Arial"/>
                <a:cs typeface="Arial"/>
              </a:rPr>
              <a:t>Seed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시스템</a:t>
            </a:r>
            <a:r>
              <a:rPr sz="1200" b="1" spc="-9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아이디어</a:t>
            </a:r>
            <a:r>
              <a:rPr sz="1200" b="1" spc="-9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구상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225702" y="6571850"/>
            <a:ext cx="1062990" cy="16158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altLang="ko-KR" sz="900" b="1" dirty="0">
                <a:solidFill>
                  <a:schemeClr val="tx1"/>
                </a:solidFill>
                <a:latin typeface="Calibri"/>
                <a:cs typeface="Calibri"/>
              </a:rPr>
              <a:t>World</a:t>
            </a:r>
            <a:r>
              <a:rPr lang="en-US" altLang="ko-KR" sz="900" b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Calibri"/>
                <a:cs typeface="Calibri"/>
              </a:rPr>
              <a:t>First</a:t>
            </a:r>
            <a:r>
              <a:rPr lang="en-US" altLang="ko-KR" sz="900" b="1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ko-KR" sz="900" b="1" spc="-10" dirty="0">
                <a:solidFill>
                  <a:schemeClr val="tx1"/>
                </a:solidFill>
                <a:latin typeface="Calibri"/>
                <a:cs typeface="Calibri"/>
              </a:rPr>
              <a:t>Kill</a:t>
            </a:r>
            <a:r>
              <a:rPr sz="900" b="1" spc="-10" dirty="0">
                <a:solidFill>
                  <a:schemeClr val="tx1"/>
                </a:solidFill>
                <a:latin typeface="Arial"/>
                <a:cs typeface="Arial"/>
              </a:rPr>
              <a:t>.exe</a:t>
            </a:r>
            <a:endParaRPr sz="9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8650" y="2262377"/>
            <a:ext cx="4761230" cy="3621404"/>
          </a:xfrm>
          <a:prstGeom prst="rect">
            <a:avLst/>
          </a:prstGeom>
          <a:ln w="25400">
            <a:solidFill>
              <a:srgbClr val="4471C4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625"/>
              </a:spcBef>
            </a:pPr>
            <a:r>
              <a:rPr sz="1300" b="1" dirty="0">
                <a:solidFill>
                  <a:srgbClr val="FFD600"/>
                </a:solidFill>
                <a:latin typeface="Arial"/>
                <a:cs typeface="Arial"/>
              </a:rPr>
              <a:t>Seed</a:t>
            </a:r>
            <a:r>
              <a:rPr sz="1300" b="1" spc="-1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FFD600"/>
                </a:solidFill>
                <a:latin typeface="Malgun Gothic"/>
                <a:cs typeface="Malgun Gothic"/>
              </a:rPr>
              <a:t>기반</a:t>
            </a:r>
            <a:r>
              <a:rPr sz="1300" b="1" spc="-100" dirty="0">
                <a:solidFill>
                  <a:srgbClr val="FFD600"/>
                </a:solidFill>
                <a:latin typeface="Malgun Gothic"/>
                <a:cs typeface="Malgun Gothic"/>
              </a:rPr>
              <a:t> </a:t>
            </a:r>
            <a:r>
              <a:rPr sz="1300" b="1" dirty="0">
                <a:solidFill>
                  <a:srgbClr val="FFD600"/>
                </a:solidFill>
                <a:latin typeface="Malgun Gothic"/>
                <a:cs typeface="Malgun Gothic"/>
              </a:rPr>
              <a:t>생성</a:t>
            </a:r>
            <a:r>
              <a:rPr sz="1300" b="1" spc="-105" dirty="0">
                <a:solidFill>
                  <a:srgbClr val="FFD600"/>
                </a:solidFill>
                <a:latin typeface="Malgun Gothic"/>
                <a:cs typeface="Malgun Gothic"/>
              </a:rPr>
              <a:t> </a:t>
            </a:r>
            <a:r>
              <a:rPr sz="1300" b="1" spc="-10" dirty="0">
                <a:solidFill>
                  <a:srgbClr val="FFD600"/>
                </a:solidFill>
                <a:latin typeface="Malgun Gothic"/>
                <a:cs typeface="Malgun Gothic"/>
              </a:rPr>
              <a:t>아이디어</a:t>
            </a:r>
            <a:r>
              <a:rPr sz="1300" b="1" spc="-95" dirty="0">
                <a:solidFill>
                  <a:srgbClr val="FFD600"/>
                </a:solidFill>
                <a:latin typeface="Malgun Gothic"/>
                <a:cs typeface="Malgun Gothic"/>
              </a:rPr>
              <a:t> </a:t>
            </a:r>
            <a:r>
              <a:rPr sz="1300" b="1" spc="-25" dirty="0">
                <a:solidFill>
                  <a:srgbClr val="FFD600"/>
                </a:solidFill>
                <a:latin typeface="Malgun Gothic"/>
                <a:cs typeface="Malgun Gothic"/>
              </a:rPr>
              <a:t>도출</a:t>
            </a:r>
            <a:endParaRPr sz="13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300">
              <a:latin typeface="Malgun Gothic"/>
              <a:cs typeface="Malgun Gothic"/>
            </a:endParaRPr>
          </a:p>
          <a:p>
            <a:pPr marL="583565" marR="453390" algn="ctr">
              <a:lnSpc>
                <a:spcPct val="100099"/>
              </a:lnSpc>
              <a:spcBef>
                <a:spcPts val="5"/>
              </a:spcBef>
            </a:pPr>
            <a:r>
              <a:rPr sz="1300" b="1" spc="-20" dirty="0">
                <a:latin typeface="Malgun Gothic"/>
                <a:cs typeface="Malgun Gothic"/>
              </a:rPr>
              <a:t>마인크래프트의</a:t>
            </a:r>
            <a:r>
              <a:rPr sz="1300" b="1" spc="-65" dirty="0">
                <a:latin typeface="Malgun Gothic"/>
                <a:cs typeface="Malgun Gothic"/>
              </a:rPr>
              <a:t> </a:t>
            </a:r>
            <a:r>
              <a:rPr sz="1300" b="1" spc="-10" dirty="0">
                <a:latin typeface="Arial"/>
                <a:cs typeface="Arial"/>
              </a:rPr>
              <a:t>Seed</a:t>
            </a:r>
            <a:r>
              <a:rPr sz="1300" b="1" spc="-10" dirty="0">
                <a:latin typeface="Malgun Gothic"/>
                <a:cs typeface="Malgun Gothic"/>
              </a:rPr>
              <a:t>형</a:t>
            </a:r>
            <a:r>
              <a:rPr sz="1300" b="1" spc="-85" dirty="0">
                <a:latin typeface="Malgun Gothic"/>
                <a:cs typeface="Malgun Gothic"/>
              </a:rPr>
              <a:t> </a:t>
            </a:r>
            <a:r>
              <a:rPr sz="1300" b="1" dirty="0">
                <a:latin typeface="Malgun Gothic"/>
                <a:cs typeface="Malgun Gothic"/>
              </a:rPr>
              <a:t>맵</a:t>
            </a:r>
            <a:r>
              <a:rPr sz="1300" b="1" spc="-90" dirty="0">
                <a:latin typeface="Malgun Gothic"/>
                <a:cs typeface="Malgun Gothic"/>
              </a:rPr>
              <a:t> </a:t>
            </a:r>
            <a:r>
              <a:rPr sz="1300" b="1" spc="-20" dirty="0">
                <a:latin typeface="Malgun Gothic"/>
                <a:cs typeface="Malgun Gothic"/>
              </a:rPr>
              <a:t>생성을</a:t>
            </a:r>
            <a:r>
              <a:rPr sz="1300" b="1" spc="-90" dirty="0">
                <a:latin typeface="Malgun Gothic"/>
                <a:cs typeface="Malgun Gothic"/>
              </a:rPr>
              <a:t> </a:t>
            </a:r>
            <a:r>
              <a:rPr sz="1300" b="1" spc="-20" dirty="0">
                <a:latin typeface="Malgun Gothic"/>
                <a:cs typeface="Malgun Gothic"/>
              </a:rPr>
              <a:t>떠올려</a:t>
            </a:r>
            <a:r>
              <a:rPr sz="1300" b="1" spc="-20" dirty="0">
                <a:latin typeface="Arial"/>
                <a:cs typeface="Arial"/>
              </a:rPr>
              <a:t>, </a:t>
            </a:r>
            <a:r>
              <a:rPr sz="1300" b="1" spc="-10" dirty="0">
                <a:solidFill>
                  <a:srgbClr val="000080"/>
                </a:solidFill>
                <a:latin typeface="Arial"/>
                <a:cs typeface="Arial"/>
              </a:rPr>
              <a:t>Seed/Token</a:t>
            </a:r>
            <a:r>
              <a:rPr sz="1300" b="1" spc="-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00080"/>
                </a:solidFill>
                <a:latin typeface="Malgun Gothic"/>
                <a:cs typeface="Malgun Gothic"/>
              </a:rPr>
              <a:t>형식의</a:t>
            </a:r>
            <a:r>
              <a:rPr sz="1300" b="1" spc="-105" dirty="0">
                <a:solidFill>
                  <a:srgbClr val="000080"/>
                </a:solidFill>
                <a:latin typeface="Malgun Gothic"/>
                <a:cs typeface="Malgun Gothic"/>
              </a:rPr>
              <a:t> </a:t>
            </a:r>
            <a:r>
              <a:rPr sz="1300" b="1" dirty="0">
                <a:solidFill>
                  <a:srgbClr val="000080"/>
                </a:solidFill>
                <a:latin typeface="Malgun Gothic"/>
                <a:cs typeface="Malgun Gothic"/>
              </a:rPr>
              <a:t>맵</a:t>
            </a:r>
            <a:r>
              <a:rPr sz="1300" b="1" spc="-114" dirty="0">
                <a:solidFill>
                  <a:srgbClr val="000080"/>
                </a:solidFill>
                <a:latin typeface="Malgun Gothic"/>
                <a:cs typeface="Malgun Gothic"/>
              </a:rPr>
              <a:t> </a:t>
            </a:r>
            <a:r>
              <a:rPr sz="1300" b="1" dirty="0">
                <a:solidFill>
                  <a:srgbClr val="000080"/>
                </a:solidFill>
                <a:latin typeface="Malgun Gothic"/>
                <a:cs typeface="Malgun Gothic"/>
              </a:rPr>
              <a:t>생성</a:t>
            </a:r>
            <a:r>
              <a:rPr sz="1300" b="1" dirty="0">
                <a:solidFill>
                  <a:srgbClr val="000080"/>
                </a:solidFill>
                <a:latin typeface="Arial"/>
                <a:cs typeface="Arial"/>
              </a:rPr>
              <a:t>,</a:t>
            </a:r>
            <a:r>
              <a:rPr sz="1300" b="1" spc="-2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00080"/>
                </a:solidFill>
                <a:latin typeface="Malgun Gothic"/>
                <a:cs typeface="Malgun Gothic"/>
              </a:rPr>
              <a:t>퀘스트</a:t>
            </a:r>
            <a:r>
              <a:rPr sz="1300" b="1" spc="-105" dirty="0">
                <a:solidFill>
                  <a:srgbClr val="000080"/>
                </a:solidFill>
                <a:latin typeface="Malgun Gothic"/>
                <a:cs typeface="Malgun Gothic"/>
              </a:rPr>
              <a:t> </a:t>
            </a:r>
            <a:r>
              <a:rPr sz="1300" b="1" spc="-10" dirty="0">
                <a:solidFill>
                  <a:srgbClr val="000080"/>
                </a:solidFill>
                <a:latin typeface="Malgun Gothic"/>
                <a:cs typeface="Malgun Gothic"/>
              </a:rPr>
              <a:t>생성과</a:t>
            </a:r>
            <a:r>
              <a:rPr sz="1300" b="1" spc="-105" dirty="0">
                <a:solidFill>
                  <a:srgbClr val="000080"/>
                </a:solidFill>
                <a:latin typeface="Malgun Gothic"/>
                <a:cs typeface="Malgun Gothic"/>
              </a:rPr>
              <a:t> </a:t>
            </a:r>
            <a:r>
              <a:rPr sz="1300" b="1" spc="-25" dirty="0">
                <a:solidFill>
                  <a:srgbClr val="000080"/>
                </a:solidFill>
                <a:latin typeface="Malgun Gothic"/>
                <a:cs typeface="Malgun Gothic"/>
              </a:rPr>
              <a:t>보상값 </a:t>
            </a:r>
            <a:r>
              <a:rPr sz="1300" b="1" spc="-10" dirty="0">
                <a:solidFill>
                  <a:srgbClr val="000080"/>
                </a:solidFill>
                <a:latin typeface="Malgun Gothic"/>
                <a:cs typeface="Malgun Gothic"/>
              </a:rPr>
              <a:t>플레이어</a:t>
            </a:r>
            <a:r>
              <a:rPr sz="1300" b="1" spc="-95" dirty="0">
                <a:solidFill>
                  <a:srgbClr val="000080"/>
                </a:solidFill>
                <a:latin typeface="Malgun Gothic"/>
                <a:cs typeface="Malgun Gothic"/>
              </a:rPr>
              <a:t> </a:t>
            </a:r>
            <a:r>
              <a:rPr sz="1300" b="1" spc="-10" dirty="0">
                <a:solidFill>
                  <a:srgbClr val="000080"/>
                </a:solidFill>
                <a:latin typeface="Malgun Gothic"/>
                <a:cs typeface="Malgun Gothic"/>
              </a:rPr>
              <a:t>직업과</a:t>
            </a:r>
            <a:r>
              <a:rPr sz="1300" b="1" spc="-105" dirty="0">
                <a:solidFill>
                  <a:srgbClr val="000080"/>
                </a:solidFill>
                <a:latin typeface="Malgun Gothic"/>
                <a:cs typeface="Malgun Gothic"/>
              </a:rPr>
              <a:t> </a:t>
            </a:r>
            <a:r>
              <a:rPr sz="1300" b="1" spc="-10" dirty="0">
                <a:solidFill>
                  <a:srgbClr val="000080"/>
                </a:solidFill>
                <a:latin typeface="Malgun Gothic"/>
                <a:cs typeface="Malgun Gothic"/>
              </a:rPr>
              <a:t>클래스를</a:t>
            </a:r>
            <a:r>
              <a:rPr sz="1300" b="1" spc="-100" dirty="0">
                <a:solidFill>
                  <a:srgbClr val="000080"/>
                </a:solidFill>
                <a:latin typeface="Malgun Gothic"/>
                <a:cs typeface="Malgun Gothic"/>
              </a:rPr>
              <a:t> </a:t>
            </a:r>
            <a:r>
              <a:rPr sz="1300" b="1" dirty="0">
                <a:solidFill>
                  <a:srgbClr val="000080"/>
                </a:solidFill>
                <a:latin typeface="Malgun Gothic"/>
                <a:cs typeface="Malgun Gothic"/>
              </a:rPr>
              <a:t>생성해</a:t>
            </a:r>
            <a:r>
              <a:rPr sz="1300" b="1" spc="-95" dirty="0">
                <a:solidFill>
                  <a:srgbClr val="000080"/>
                </a:solidFill>
                <a:latin typeface="Malgun Gothic"/>
                <a:cs typeface="Malgun Gothic"/>
              </a:rPr>
              <a:t> </a:t>
            </a:r>
            <a:r>
              <a:rPr sz="1300" b="1" spc="-25" dirty="0">
                <a:solidFill>
                  <a:srgbClr val="000080"/>
                </a:solidFill>
                <a:latin typeface="Malgun Gothic"/>
                <a:cs typeface="Malgun Gothic"/>
              </a:rPr>
              <a:t>보자</a:t>
            </a:r>
            <a:endParaRPr sz="13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300">
              <a:latin typeface="Malgun Gothic"/>
              <a:cs typeface="Malgun Gothic"/>
            </a:endParaRPr>
          </a:p>
          <a:p>
            <a:pPr marL="336550" marR="205104" algn="ctr">
              <a:lnSpc>
                <a:spcPct val="103099"/>
              </a:lnSpc>
            </a:pPr>
            <a:r>
              <a:rPr sz="1300" b="1" spc="-20" dirty="0">
                <a:latin typeface="Malgun Gothic"/>
                <a:cs typeface="Malgun Gothic"/>
              </a:rPr>
              <a:t>마인크래프트에서는</a:t>
            </a:r>
            <a:r>
              <a:rPr sz="1300" b="1" spc="-95" dirty="0">
                <a:latin typeface="Malgun Gothic"/>
                <a:cs typeface="Malgun Gothic"/>
              </a:rPr>
              <a:t> </a:t>
            </a:r>
            <a:r>
              <a:rPr sz="1300" b="1" dirty="0">
                <a:latin typeface="Malgun Gothic"/>
                <a:cs typeface="Malgun Gothic"/>
              </a:rPr>
              <a:t>해당</a:t>
            </a:r>
            <a:r>
              <a:rPr sz="1300" b="1" spc="-95" dirty="0">
                <a:latin typeface="Malgun Gothic"/>
                <a:cs typeface="Malgun Gothic"/>
              </a:rPr>
              <a:t> </a:t>
            </a:r>
            <a:r>
              <a:rPr sz="1300" b="1" dirty="0">
                <a:latin typeface="Malgun Gothic"/>
                <a:cs typeface="Malgun Gothic"/>
              </a:rPr>
              <a:t>시드로</a:t>
            </a:r>
            <a:r>
              <a:rPr sz="1300" b="1" dirty="0">
                <a:latin typeface="Arial"/>
                <a:cs typeface="Arial"/>
              </a:rPr>
              <a:t>,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dirty="0">
                <a:latin typeface="Malgun Gothic"/>
                <a:cs typeface="Malgun Gothic"/>
              </a:rPr>
              <a:t>지형</a:t>
            </a:r>
            <a:r>
              <a:rPr sz="1300" b="1" dirty="0">
                <a:latin typeface="Arial"/>
                <a:cs typeface="Arial"/>
              </a:rPr>
              <a:t>, </a:t>
            </a:r>
            <a:r>
              <a:rPr sz="1300" b="1" dirty="0">
                <a:latin typeface="Malgun Gothic"/>
                <a:cs typeface="Malgun Gothic"/>
              </a:rPr>
              <a:t>환경</a:t>
            </a:r>
            <a:r>
              <a:rPr sz="1300" b="1" dirty="0">
                <a:latin typeface="Arial"/>
                <a:cs typeface="Arial"/>
              </a:rPr>
              <a:t>,</a:t>
            </a:r>
            <a:r>
              <a:rPr sz="1300" b="1" spc="-5" dirty="0">
                <a:latin typeface="Arial"/>
                <a:cs typeface="Arial"/>
              </a:rPr>
              <a:t> </a:t>
            </a:r>
            <a:r>
              <a:rPr sz="1300" b="1" spc="-10" dirty="0">
                <a:latin typeface="Malgun Gothic"/>
                <a:cs typeface="Malgun Gothic"/>
              </a:rPr>
              <a:t>구조물</a:t>
            </a:r>
            <a:r>
              <a:rPr sz="1300" b="1" spc="-95" dirty="0">
                <a:latin typeface="Malgun Gothic"/>
                <a:cs typeface="Malgun Gothic"/>
              </a:rPr>
              <a:t> </a:t>
            </a:r>
            <a:r>
              <a:rPr sz="1300" b="1" spc="-25" dirty="0">
                <a:latin typeface="Malgun Gothic"/>
                <a:cs typeface="Malgun Gothic"/>
              </a:rPr>
              <a:t>등을 </a:t>
            </a:r>
            <a:r>
              <a:rPr sz="1300" b="1" spc="-10" dirty="0">
                <a:latin typeface="Malgun Gothic"/>
                <a:cs typeface="Malgun Gothic"/>
              </a:rPr>
              <a:t>하나의</a:t>
            </a:r>
            <a:r>
              <a:rPr sz="1300" b="1" spc="-100" dirty="0">
                <a:latin typeface="Malgun Gothic"/>
                <a:cs typeface="Malgun Gothic"/>
              </a:rPr>
              <a:t> </a:t>
            </a:r>
            <a:r>
              <a:rPr sz="1300" b="1" spc="-10" dirty="0">
                <a:latin typeface="Malgun Gothic"/>
                <a:cs typeface="Malgun Gothic"/>
              </a:rPr>
              <a:t>코드형태로</a:t>
            </a:r>
            <a:r>
              <a:rPr sz="1300" b="1" spc="-85" dirty="0">
                <a:latin typeface="Malgun Gothic"/>
                <a:cs typeface="Malgun Gothic"/>
              </a:rPr>
              <a:t> </a:t>
            </a:r>
            <a:r>
              <a:rPr sz="1300" b="1" spc="-10" dirty="0">
                <a:latin typeface="Malgun Gothic"/>
                <a:cs typeface="Malgun Gothic"/>
              </a:rPr>
              <a:t>생성할</a:t>
            </a:r>
            <a:r>
              <a:rPr sz="1300" b="1" spc="-95" dirty="0">
                <a:latin typeface="Malgun Gothic"/>
                <a:cs typeface="Malgun Gothic"/>
              </a:rPr>
              <a:t> </a:t>
            </a:r>
            <a:r>
              <a:rPr sz="1300" b="1" dirty="0">
                <a:latin typeface="Malgun Gothic"/>
                <a:cs typeface="Malgun Gothic"/>
              </a:rPr>
              <a:t>수</a:t>
            </a:r>
            <a:r>
              <a:rPr sz="1300" b="1" spc="-100" dirty="0">
                <a:latin typeface="Malgun Gothic"/>
                <a:cs typeface="Malgun Gothic"/>
              </a:rPr>
              <a:t> </a:t>
            </a:r>
            <a:r>
              <a:rPr sz="1300" b="1" spc="-20" dirty="0">
                <a:latin typeface="Malgun Gothic"/>
                <a:cs typeface="Malgun Gothic"/>
              </a:rPr>
              <a:t>있으며</a:t>
            </a:r>
            <a:r>
              <a:rPr sz="1300" b="1" spc="-20" dirty="0">
                <a:latin typeface="Arial"/>
                <a:cs typeface="Arial"/>
              </a:rPr>
              <a:t>,</a:t>
            </a:r>
            <a:endParaRPr sz="1300">
              <a:latin typeface="Arial"/>
              <a:cs typeface="Arial"/>
            </a:endParaRPr>
          </a:p>
          <a:p>
            <a:pPr marL="121920" algn="ctr">
              <a:lnSpc>
                <a:spcPts val="1510"/>
              </a:lnSpc>
            </a:pPr>
            <a:r>
              <a:rPr sz="1300" b="1" spc="-10" dirty="0">
                <a:latin typeface="Malgun Gothic"/>
                <a:cs typeface="Malgun Gothic"/>
              </a:rPr>
              <a:t>똑같은</a:t>
            </a:r>
            <a:r>
              <a:rPr sz="1300" b="1" spc="-95" dirty="0">
                <a:latin typeface="Malgun Gothic"/>
                <a:cs typeface="Malgun Gothic"/>
              </a:rPr>
              <a:t> </a:t>
            </a:r>
            <a:r>
              <a:rPr sz="1300" b="1" spc="-10" dirty="0">
                <a:latin typeface="Malgun Gothic"/>
                <a:cs typeface="Malgun Gothic"/>
              </a:rPr>
              <a:t>시드를</a:t>
            </a:r>
            <a:r>
              <a:rPr sz="1300" b="1" spc="-95" dirty="0">
                <a:latin typeface="Malgun Gothic"/>
                <a:cs typeface="Malgun Gothic"/>
              </a:rPr>
              <a:t> </a:t>
            </a:r>
            <a:r>
              <a:rPr sz="1300" b="1" spc="-20" dirty="0">
                <a:latin typeface="Malgun Gothic"/>
                <a:cs typeface="Malgun Gothic"/>
              </a:rPr>
              <a:t>불러오면</a:t>
            </a:r>
            <a:endParaRPr sz="1300">
              <a:latin typeface="Malgun Gothic"/>
              <a:cs typeface="Malgun Gothic"/>
            </a:endParaRPr>
          </a:p>
          <a:p>
            <a:pPr marL="123825" algn="ctr">
              <a:lnSpc>
                <a:spcPct val="100000"/>
              </a:lnSpc>
            </a:pPr>
            <a:r>
              <a:rPr sz="1300" b="1" dirty="0">
                <a:solidFill>
                  <a:srgbClr val="008000"/>
                </a:solidFill>
                <a:latin typeface="Malgun Gothic"/>
                <a:cs typeface="Malgun Gothic"/>
              </a:rPr>
              <a:t>그</a:t>
            </a:r>
            <a:r>
              <a:rPr sz="1300" b="1" spc="-120" dirty="0">
                <a:solidFill>
                  <a:srgbClr val="008000"/>
                </a:solidFill>
                <a:latin typeface="Malgun Gothic"/>
                <a:cs typeface="Malgun Gothic"/>
              </a:rPr>
              <a:t> </a:t>
            </a:r>
            <a:r>
              <a:rPr sz="1300" b="1" spc="-20" dirty="0">
                <a:solidFill>
                  <a:srgbClr val="008000"/>
                </a:solidFill>
                <a:latin typeface="Malgun Gothic"/>
                <a:cs typeface="Malgun Gothic"/>
              </a:rPr>
              <a:t>맵의</a:t>
            </a:r>
            <a:r>
              <a:rPr sz="1300" b="1" spc="-100" dirty="0">
                <a:solidFill>
                  <a:srgbClr val="008000"/>
                </a:solidFill>
                <a:latin typeface="Malgun Gothic"/>
                <a:cs typeface="Malgun Gothic"/>
              </a:rPr>
              <a:t> </a:t>
            </a:r>
            <a:r>
              <a:rPr sz="1300" b="1" dirty="0">
                <a:solidFill>
                  <a:srgbClr val="008000"/>
                </a:solidFill>
                <a:latin typeface="Malgun Gothic"/>
                <a:cs typeface="Malgun Gothic"/>
              </a:rPr>
              <a:t>정보를</a:t>
            </a:r>
            <a:r>
              <a:rPr sz="1300" b="1" spc="-85" dirty="0">
                <a:solidFill>
                  <a:srgbClr val="008000"/>
                </a:solidFill>
                <a:latin typeface="Malgun Gothic"/>
                <a:cs typeface="Malgun Gothic"/>
              </a:rPr>
              <a:t> </a:t>
            </a:r>
            <a:r>
              <a:rPr sz="1300" b="1" spc="-10" dirty="0">
                <a:solidFill>
                  <a:srgbClr val="008000"/>
                </a:solidFill>
                <a:latin typeface="Malgun Gothic"/>
                <a:cs typeface="Malgun Gothic"/>
              </a:rPr>
              <a:t>그대로</a:t>
            </a:r>
            <a:r>
              <a:rPr sz="1300" b="1" spc="-95" dirty="0">
                <a:solidFill>
                  <a:srgbClr val="008000"/>
                </a:solidFill>
                <a:latin typeface="Malgun Gothic"/>
                <a:cs typeface="Malgun Gothic"/>
              </a:rPr>
              <a:t> </a:t>
            </a:r>
            <a:r>
              <a:rPr sz="1300" b="1" spc="-10" dirty="0">
                <a:solidFill>
                  <a:srgbClr val="008000"/>
                </a:solidFill>
                <a:latin typeface="Malgun Gothic"/>
                <a:cs typeface="Malgun Gothic"/>
              </a:rPr>
              <a:t>가져와</a:t>
            </a:r>
            <a:r>
              <a:rPr sz="1300" b="1" spc="-100" dirty="0">
                <a:solidFill>
                  <a:srgbClr val="008000"/>
                </a:solidFill>
                <a:latin typeface="Malgun Gothic"/>
                <a:cs typeface="Malgun Gothic"/>
              </a:rPr>
              <a:t> </a:t>
            </a:r>
            <a:r>
              <a:rPr sz="1300" b="1" spc="-10" dirty="0">
                <a:solidFill>
                  <a:srgbClr val="008000"/>
                </a:solidFill>
                <a:latin typeface="Malgun Gothic"/>
                <a:cs typeface="Malgun Gothic"/>
              </a:rPr>
              <a:t>똑같이</a:t>
            </a:r>
            <a:r>
              <a:rPr sz="1300" b="1" spc="-95" dirty="0">
                <a:solidFill>
                  <a:srgbClr val="008000"/>
                </a:solidFill>
                <a:latin typeface="Malgun Gothic"/>
                <a:cs typeface="Malgun Gothic"/>
              </a:rPr>
              <a:t> </a:t>
            </a:r>
            <a:r>
              <a:rPr sz="1300" b="1" spc="-10" dirty="0">
                <a:solidFill>
                  <a:srgbClr val="008000"/>
                </a:solidFill>
                <a:latin typeface="Malgun Gothic"/>
                <a:cs typeface="Malgun Gothic"/>
              </a:rPr>
              <a:t>만들어</a:t>
            </a:r>
            <a:r>
              <a:rPr sz="1300" b="1" spc="-95" dirty="0">
                <a:solidFill>
                  <a:srgbClr val="008000"/>
                </a:solidFill>
                <a:latin typeface="Malgun Gothic"/>
                <a:cs typeface="Malgun Gothic"/>
              </a:rPr>
              <a:t> </a:t>
            </a:r>
            <a:r>
              <a:rPr sz="1300" b="1" dirty="0">
                <a:solidFill>
                  <a:srgbClr val="008000"/>
                </a:solidFill>
                <a:latin typeface="Malgun Gothic"/>
                <a:cs typeface="Malgun Gothic"/>
              </a:rPr>
              <a:t>줄</a:t>
            </a:r>
            <a:r>
              <a:rPr sz="1300" b="1" spc="-95" dirty="0">
                <a:solidFill>
                  <a:srgbClr val="008000"/>
                </a:solidFill>
                <a:latin typeface="Malgun Gothic"/>
                <a:cs typeface="Malgun Gothic"/>
              </a:rPr>
              <a:t> </a:t>
            </a:r>
            <a:r>
              <a:rPr sz="1300" b="1" dirty="0">
                <a:solidFill>
                  <a:srgbClr val="008000"/>
                </a:solidFill>
                <a:latin typeface="Malgun Gothic"/>
                <a:cs typeface="Malgun Gothic"/>
              </a:rPr>
              <a:t>수</a:t>
            </a:r>
            <a:r>
              <a:rPr sz="1300" b="1" spc="-95" dirty="0">
                <a:solidFill>
                  <a:srgbClr val="008000"/>
                </a:solidFill>
                <a:latin typeface="Malgun Gothic"/>
                <a:cs typeface="Malgun Gothic"/>
              </a:rPr>
              <a:t> </a:t>
            </a:r>
            <a:r>
              <a:rPr sz="1300" b="1" spc="-25" dirty="0">
                <a:solidFill>
                  <a:srgbClr val="008000"/>
                </a:solidFill>
                <a:latin typeface="Malgun Gothic"/>
                <a:cs typeface="Malgun Gothic"/>
              </a:rPr>
              <a:t>있다</a:t>
            </a:r>
            <a:r>
              <a:rPr sz="1300" b="1" spc="-25" dirty="0">
                <a:solidFill>
                  <a:srgbClr val="008000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300">
              <a:latin typeface="Arial"/>
              <a:cs typeface="Arial"/>
            </a:endParaRPr>
          </a:p>
          <a:p>
            <a:pPr marL="671830" marR="625475"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0000"/>
                </a:solidFill>
                <a:latin typeface="Malgun Gothic"/>
                <a:cs typeface="Malgun Gothic"/>
              </a:rPr>
              <a:t>핵심은</a:t>
            </a:r>
            <a:r>
              <a:rPr sz="1800" b="1" spc="-2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Malgun Gothic"/>
                <a:cs typeface="Malgun Gothic"/>
              </a:rPr>
              <a:t>하나의</a:t>
            </a:r>
            <a:r>
              <a:rPr sz="1800" b="1" spc="-2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Malgun Gothic"/>
                <a:cs typeface="Malgun Gothic"/>
              </a:rPr>
              <a:t>시드로</a:t>
            </a:r>
            <a:r>
              <a:rPr sz="1800" b="1" spc="-2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Malgun Gothic"/>
                <a:cs typeface="Malgun Gothic"/>
              </a:rPr>
              <a:t>세이브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sz="1800" b="1" spc="-10" dirty="0">
                <a:solidFill>
                  <a:srgbClr val="FF0000"/>
                </a:solidFill>
                <a:latin typeface="Malgun Gothic"/>
                <a:cs typeface="Malgun Gothic"/>
              </a:rPr>
              <a:t>로드 </a:t>
            </a:r>
            <a:r>
              <a:rPr sz="1800" b="1" dirty="0">
                <a:solidFill>
                  <a:srgbClr val="FF0000"/>
                </a:solidFill>
                <a:latin typeface="Malgun Gothic"/>
                <a:cs typeface="Malgun Gothic"/>
              </a:rPr>
              <a:t>가능하게</a:t>
            </a:r>
            <a:r>
              <a:rPr sz="1800" b="1" spc="-2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Malgun Gothic"/>
                <a:cs typeface="Malgun Gothic"/>
              </a:rPr>
              <a:t>하는</a:t>
            </a:r>
            <a:r>
              <a:rPr sz="1800" b="1" spc="-2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Malgun Gothic"/>
                <a:cs typeface="Malgun Gothic"/>
              </a:rPr>
              <a:t>것이다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9174" y="108965"/>
            <a:ext cx="11717020" cy="6083935"/>
            <a:chOff x="249174" y="108965"/>
            <a:chExt cx="11717020" cy="6083935"/>
          </a:xfrm>
        </p:grpSpPr>
        <p:sp>
          <p:nvSpPr>
            <p:cNvPr id="3" name="object 3"/>
            <p:cNvSpPr/>
            <p:nvPr/>
          </p:nvSpPr>
          <p:spPr>
            <a:xfrm>
              <a:off x="249174" y="108965"/>
              <a:ext cx="11717020" cy="6083935"/>
            </a:xfrm>
            <a:custGeom>
              <a:avLst/>
              <a:gdLst/>
              <a:ahLst/>
              <a:cxnLst/>
              <a:rect l="l" t="t" r="r" b="b"/>
              <a:pathLst>
                <a:path w="11717020" h="6083935">
                  <a:moveTo>
                    <a:pt x="11716512" y="0"/>
                  </a:moveTo>
                  <a:lnTo>
                    <a:pt x="0" y="0"/>
                  </a:lnTo>
                  <a:lnTo>
                    <a:pt x="0" y="6083808"/>
                  </a:lnTo>
                  <a:lnTo>
                    <a:pt x="11716512" y="6083808"/>
                  </a:lnTo>
                  <a:lnTo>
                    <a:pt x="11716512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9174" y="108965"/>
              <a:ext cx="11717020" cy="6083935"/>
            </a:xfrm>
            <a:custGeom>
              <a:avLst/>
              <a:gdLst/>
              <a:ahLst/>
              <a:cxnLst/>
              <a:rect l="l" t="t" r="r" b="b"/>
              <a:pathLst>
                <a:path w="11717020" h="6083935">
                  <a:moveTo>
                    <a:pt x="0" y="6083808"/>
                  </a:moveTo>
                  <a:lnTo>
                    <a:pt x="11716512" y="6083808"/>
                  </a:lnTo>
                  <a:lnTo>
                    <a:pt x="11716512" y="0"/>
                  </a:lnTo>
                  <a:lnTo>
                    <a:pt x="0" y="0"/>
                  </a:lnTo>
                  <a:lnTo>
                    <a:pt x="0" y="6083808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6700" y="128015"/>
              <a:ext cx="11677015" cy="285115"/>
            </a:xfrm>
            <a:custGeom>
              <a:avLst/>
              <a:gdLst/>
              <a:ahLst/>
              <a:cxnLst/>
              <a:rect l="l" t="t" r="r" b="b"/>
              <a:pathLst>
                <a:path w="11677015" h="285115">
                  <a:moveTo>
                    <a:pt x="11676888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11676888" y="284988"/>
                  </a:lnTo>
                  <a:lnTo>
                    <a:pt x="116768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9758" y="514349"/>
              <a:ext cx="11490960" cy="5577840"/>
            </a:xfrm>
            <a:custGeom>
              <a:avLst/>
              <a:gdLst/>
              <a:ahLst/>
              <a:cxnLst/>
              <a:rect l="l" t="t" r="r" b="b"/>
              <a:pathLst>
                <a:path w="11490960" h="5577840">
                  <a:moveTo>
                    <a:pt x="11490947" y="488442"/>
                  </a:moveTo>
                  <a:lnTo>
                    <a:pt x="0" y="488442"/>
                  </a:lnTo>
                  <a:lnTo>
                    <a:pt x="0" y="5577840"/>
                  </a:lnTo>
                  <a:lnTo>
                    <a:pt x="11490947" y="5577840"/>
                  </a:lnTo>
                  <a:lnTo>
                    <a:pt x="11490947" y="488442"/>
                  </a:lnTo>
                  <a:close/>
                </a:path>
                <a:path w="11490960" h="5577840">
                  <a:moveTo>
                    <a:pt x="11490947" y="0"/>
                  </a:moveTo>
                  <a:lnTo>
                    <a:pt x="0" y="0"/>
                  </a:lnTo>
                  <a:lnTo>
                    <a:pt x="0" y="107442"/>
                  </a:lnTo>
                  <a:lnTo>
                    <a:pt x="11490947" y="107442"/>
                  </a:lnTo>
                  <a:lnTo>
                    <a:pt x="11490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51282" y="514349"/>
              <a:ext cx="11490960" cy="5577840"/>
            </a:xfrm>
            <a:custGeom>
              <a:avLst/>
              <a:gdLst/>
              <a:ahLst/>
              <a:cxnLst/>
              <a:rect l="l" t="t" r="r" b="b"/>
              <a:pathLst>
                <a:path w="11490960" h="5577840">
                  <a:moveTo>
                    <a:pt x="0" y="5577840"/>
                  </a:moveTo>
                  <a:lnTo>
                    <a:pt x="11490960" y="5577840"/>
                  </a:lnTo>
                  <a:lnTo>
                    <a:pt x="11490960" y="0"/>
                  </a:lnTo>
                  <a:lnTo>
                    <a:pt x="0" y="0"/>
                  </a:lnTo>
                  <a:lnTo>
                    <a:pt x="0" y="5577840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675364" y="158496"/>
              <a:ext cx="227329" cy="222885"/>
            </a:xfrm>
            <a:custGeom>
              <a:avLst/>
              <a:gdLst/>
              <a:ahLst/>
              <a:cxnLst/>
              <a:rect l="l" t="t" r="r" b="b"/>
              <a:pathLst>
                <a:path w="227329" h="222885">
                  <a:moveTo>
                    <a:pt x="227075" y="0"/>
                  </a:moveTo>
                  <a:lnTo>
                    <a:pt x="0" y="0"/>
                  </a:lnTo>
                  <a:lnTo>
                    <a:pt x="0" y="222503"/>
                  </a:lnTo>
                  <a:lnTo>
                    <a:pt x="227075" y="222503"/>
                  </a:lnTo>
                  <a:lnTo>
                    <a:pt x="22707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675364" y="158496"/>
              <a:ext cx="227329" cy="222885"/>
            </a:xfrm>
            <a:custGeom>
              <a:avLst/>
              <a:gdLst/>
              <a:ahLst/>
              <a:cxnLst/>
              <a:rect l="l" t="t" r="r" b="b"/>
              <a:pathLst>
                <a:path w="227329" h="222885">
                  <a:moveTo>
                    <a:pt x="0" y="222503"/>
                  </a:moveTo>
                  <a:lnTo>
                    <a:pt x="227075" y="222503"/>
                  </a:lnTo>
                  <a:lnTo>
                    <a:pt x="227075" y="0"/>
                  </a:lnTo>
                  <a:lnTo>
                    <a:pt x="0" y="0"/>
                  </a:lnTo>
                  <a:lnTo>
                    <a:pt x="0" y="2225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8429" y="168401"/>
            <a:ext cx="10471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Kill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.exe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43690" y="183260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6476999"/>
            <a:ext cx="12192000" cy="381000"/>
            <a:chOff x="0" y="6476999"/>
            <a:chExt cx="12192000" cy="381000"/>
          </a:xfrm>
        </p:grpSpPr>
        <p:sp>
          <p:nvSpPr>
            <p:cNvPr id="13" name="object 13"/>
            <p:cNvSpPr/>
            <p:nvPr/>
          </p:nvSpPr>
          <p:spPr>
            <a:xfrm>
              <a:off x="0" y="6476999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121920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12192000" y="3809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6476999"/>
              <a:ext cx="12192000" cy="18415"/>
            </a:xfrm>
            <a:custGeom>
              <a:avLst/>
              <a:gdLst/>
              <a:ahLst/>
              <a:cxnLst/>
              <a:rect l="l" t="t" r="r" b="b"/>
              <a:pathLst>
                <a:path w="12192000" h="18414">
                  <a:moveTo>
                    <a:pt x="121920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2192000" y="182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861" y="6515860"/>
              <a:ext cx="858519" cy="304800"/>
            </a:xfrm>
            <a:custGeom>
              <a:avLst/>
              <a:gdLst/>
              <a:ahLst/>
              <a:cxnLst/>
              <a:rect l="l" t="t" r="r" b="b"/>
              <a:pathLst>
                <a:path w="858519" h="304800">
                  <a:moveTo>
                    <a:pt x="0" y="304800"/>
                  </a:moveTo>
                  <a:lnTo>
                    <a:pt x="858012" y="304800"/>
                  </a:lnTo>
                  <a:lnTo>
                    <a:pt x="858012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714500" y="3048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0" y="304800"/>
                  </a:moveTo>
                  <a:lnTo>
                    <a:pt x="1714500" y="304800"/>
                  </a:lnTo>
                  <a:lnTo>
                    <a:pt x="17145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 descr="gen-dedup-b7042822c590cf1066a472ff1b5b8f45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021" y="6605153"/>
              <a:ext cx="119555" cy="120071"/>
            </a:xfrm>
            <a:prstGeom prst="rect">
              <a:avLst/>
            </a:prstGeom>
          </p:spPr>
        </p:pic>
        <p:pic>
          <p:nvPicPr>
            <p:cNvPr id="19" name="object 19" descr="gen-dedup-ba9d3020b28ee88c3f41e8c221d65fea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1466" y="6609771"/>
              <a:ext cx="86868" cy="115453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350520" y="621791"/>
            <a:ext cx="11490960" cy="381000"/>
          </a:xfrm>
          <a:custGeom>
            <a:avLst/>
            <a:gdLst/>
            <a:ahLst/>
            <a:cxnLst/>
            <a:rect l="l" t="t" r="r" b="b"/>
            <a:pathLst>
              <a:path w="11490960" h="381000">
                <a:moveTo>
                  <a:pt x="11490960" y="0"/>
                </a:moveTo>
                <a:lnTo>
                  <a:pt x="0" y="0"/>
                </a:lnTo>
                <a:lnTo>
                  <a:pt x="0" y="381000"/>
                </a:lnTo>
                <a:lnTo>
                  <a:pt x="11490960" y="381000"/>
                </a:lnTo>
                <a:lnTo>
                  <a:pt x="11490960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61052" y="650494"/>
            <a:ext cx="2470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C000"/>
                </a:solidFill>
                <a:latin typeface="Calibri"/>
                <a:cs typeface="Calibri"/>
              </a:rPr>
              <a:t>Seed</a:t>
            </a:r>
            <a:r>
              <a:rPr sz="1800" b="1" dirty="0">
                <a:solidFill>
                  <a:srgbClr val="FFC000"/>
                </a:solidFill>
                <a:latin typeface="Malgun Gothic"/>
                <a:cs typeface="Malgun Gothic"/>
              </a:rPr>
              <a:t>기반</a:t>
            </a:r>
            <a:r>
              <a:rPr sz="1800" b="1" spc="-265" dirty="0">
                <a:solidFill>
                  <a:srgbClr val="FFC000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C000"/>
                </a:solidFill>
                <a:latin typeface="Malgun Gothic"/>
                <a:cs typeface="Malgun Gothic"/>
              </a:rPr>
              <a:t>난수</a:t>
            </a:r>
            <a:r>
              <a:rPr sz="1800" b="1" spc="-215" dirty="0">
                <a:solidFill>
                  <a:srgbClr val="FFC000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C000"/>
                </a:solidFill>
                <a:latin typeface="Malgun Gothic"/>
                <a:cs typeface="Malgun Gothic"/>
              </a:rPr>
              <a:t>생성</a:t>
            </a:r>
            <a:r>
              <a:rPr sz="1800" b="1" spc="-220" dirty="0">
                <a:solidFill>
                  <a:srgbClr val="FFC000"/>
                </a:solidFill>
                <a:latin typeface="Malgun Gothic"/>
                <a:cs typeface="Malgun Gothic"/>
              </a:rPr>
              <a:t> </a:t>
            </a:r>
            <a:r>
              <a:rPr sz="1800" b="1" spc="-25" dirty="0">
                <a:solidFill>
                  <a:srgbClr val="FFC000"/>
                </a:solidFill>
                <a:latin typeface="Malgun Gothic"/>
                <a:cs typeface="Malgun Gothic"/>
              </a:rPr>
              <a:t>과정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69645" y="1199641"/>
            <a:ext cx="1933575" cy="4684395"/>
            <a:chOff x="469645" y="1199641"/>
            <a:chExt cx="1933575" cy="4684395"/>
          </a:xfrm>
        </p:grpSpPr>
        <p:sp>
          <p:nvSpPr>
            <p:cNvPr id="23" name="object 23"/>
            <p:cNvSpPr/>
            <p:nvPr/>
          </p:nvSpPr>
          <p:spPr>
            <a:xfrm>
              <a:off x="482345" y="1212341"/>
              <a:ext cx="1908175" cy="4658995"/>
            </a:xfrm>
            <a:custGeom>
              <a:avLst/>
              <a:gdLst/>
              <a:ahLst/>
              <a:cxnLst/>
              <a:rect l="l" t="t" r="r" b="b"/>
              <a:pathLst>
                <a:path w="1908175" h="4658995">
                  <a:moveTo>
                    <a:pt x="1908048" y="0"/>
                  </a:moveTo>
                  <a:lnTo>
                    <a:pt x="0" y="0"/>
                  </a:lnTo>
                  <a:lnTo>
                    <a:pt x="0" y="4658868"/>
                  </a:lnTo>
                  <a:lnTo>
                    <a:pt x="1908048" y="4658868"/>
                  </a:lnTo>
                  <a:lnTo>
                    <a:pt x="190804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2345" y="1212341"/>
              <a:ext cx="1908175" cy="4658995"/>
            </a:xfrm>
            <a:custGeom>
              <a:avLst/>
              <a:gdLst/>
              <a:ahLst/>
              <a:cxnLst/>
              <a:rect l="l" t="t" r="r" b="b"/>
              <a:pathLst>
                <a:path w="1908175" h="4658995">
                  <a:moveTo>
                    <a:pt x="0" y="4658868"/>
                  </a:moveTo>
                  <a:lnTo>
                    <a:pt x="1908048" y="4658868"/>
                  </a:lnTo>
                  <a:lnTo>
                    <a:pt x="1908048" y="0"/>
                  </a:lnTo>
                  <a:lnTo>
                    <a:pt x="0" y="0"/>
                  </a:lnTo>
                  <a:lnTo>
                    <a:pt x="0" y="465886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6823" y="1211579"/>
              <a:ext cx="1892935" cy="521334"/>
            </a:xfrm>
            <a:custGeom>
              <a:avLst/>
              <a:gdLst/>
              <a:ahLst/>
              <a:cxnLst/>
              <a:rect l="l" t="t" r="r" b="b"/>
              <a:pathLst>
                <a:path w="1892935" h="521335">
                  <a:moveTo>
                    <a:pt x="1892808" y="0"/>
                  </a:moveTo>
                  <a:lnTo>
                    <a:pt x="0" y="0"/>
                  </a:lnTo>
                  <a:lnTo>
                    <a:pt x="0" y="521208"/>
                  </a:lnTo>
                  <a:lnTo>
                    <a:pt x="1892808" y="521208"/>
                  </a:lnTo>
                  <a:lnTo>
                    <a:pt x="189280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 descr="gen-dedup-c5aa3a34a2689a37c814728e4dbf9992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935" y="1292351"/>
              <a:ext cx="348995" cy="400812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96823" y="1211580"/>
            <a:ext cx="1893570" cy="521334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532765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D600"/>
                </a:solidFill>
                <a:latin typeface="Arial"/>
                <a:cs typeface="Arial"/>
              </a:rPr>
              <a:t>GameSeed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6823" y="1732788"/>
            <a:ext cx="1893570" cy="4138929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350"/>
              </a:spcBef>
            </a:pPr>
            <a:r>
              <a:rPr sz="1400" dirty="0">
                <a:latin typeface="Calibri"/>
                <a:cs typeface="Calibri"/>
              </a:rPr>
              <a:t>BaseSeed: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111111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4923" y="1217676"/>
            <a:ext cx="7183755" cy="4654042"/>
            <a:chOff x="534923" y="1217676"/>
            <a:chExt cx="7183755" cy="4654042"/>
          </a:xfrm>
        </p:grpSpPr>
        <p:sp>
          <p:nvSpPr>
            <p:cNvPr id="30" name="object 30"/>
            <p:cNvSpPr/>
            <p:nvPr/>
          </p:nvSpPr>
          <p:spPr>
            <a:xfrm>
              <a:off x="2436112" y="2600355"/>
              <a:ext cx="771525" cy="571500"/>
            </a:xfrm>
            <a:custGeom>
              <a:avLst/>
              <a:gdLst/>
              <a:ahLst/>
              <a:cxnLst/>
              <a:rect l="l" t="t" r="r" b="b"/>
              <a:pathLst>
                <a:path w="771525" h="571500">
                  <a:moveTo>
                    <a:pt x="485394" y="0"/>
                  </a:moveTo>
                  <a:lnTo>
                    <a:pt x="485394" y="142875"/>
                  </a:lnTo>
                  <a:lnTo>
                    <a:pt x="0" y="142875"/>
                  </a:lnTo>
                  <a:lnTo>
                    <a:pt x="0" y="428625"/>
                  </a:lnTo>
                  <a:lnTo>
                    <a:pt x="485394" y="428625"/>
                  </a:lnTo>
                  <a:lnTo>
                    <a:pt x="485394" y="571500"/>
                  </a:lnTo>
                  <a:lnTo>
                    <a:pt x="771144" y="285750"/>
                  </a:lnTo>
                  <a:lnTo>
                    <a:pt x="4853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2436111" y="2582398"/>
              <a:ext cx="771525" cy="571500"/>
            </a:xfrm>
            <a:custGeom>
              <a:avLst/>
              <a:gdLst/>
              <a:ahLst/>
              <a:cxnLst/>
              <a:rect l="l" t="t" r="r" b="b"/>
              <a:pathLst>
                <a:path w="771525" h="571500">
                  <a:moveTo>
                    <a:pt x="0" y="142875"/>
                  </a:moveTo>
                  <a:lnTo>
                    <a:pt x="485394" y="142875"/>
                  </a:lnTo>
                  <a:lnTo>
                    <a:pt x="485394" y="0"/>
                  </a:lnTo>
                  <a:lnTo>
                    <a:pt x="771144" y="285750"/>
                  </a:lnTo>
                  <a:lnTo>
                    <a:pt x="485394" y="571500"/>
                  </a:lnTo>
                  <a:lnTo>
                    <a:pt x="485394" y="428625"/>
                  </a:lnTo>
                  <a:lnTo>
                    <a:pt x="0" y="428625"/>
                  </a:lnTo>
                  <a:lnTo>
                    <a:pt x="0" y="142875"/>
                  </a:lnTo>
                  <a:close/>
                </a:path>
              </a:pathLst>
            </a:custGeom>
            <a:ln w="28574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4923" y="2446020"/>
              <a:ext cx="1784604" cy="3174491"/>
            </a:xfrm>
            <a:prstGeom prst="rect">
              <a:avLst/>
            </a:prstGeom>
          </p:spPr>
        </p:pic>
        <p:pic>
          <p:nvPicPr>
            <p:cNvPr id="33" name="object 33" descr="gen-dedup-c5aa3a34a2689a37c814728e4dbf9992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8976" y="1421892"/>
              <a:ext cx="313944" cy="3810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274313" y="1218438"/>
              <a:ext cx="4444365" cy="4653280"/>
            </a:xfrm>
            <a:custGeom>
              <a:avLst/>
              <a:gdLst/>
              <a:ahLst/>
              <a:cxnLst/>
              <a:rect l="l" t="t" r="r" b="b"/>
              <a:pathLst>
                <a:path w="4444365" h="4653280">
                  <a:moveTo>
                    <a:pt x="4443984" y="0"/>
                  </a:moveTo>
                  <a:lnTo>
                    <a:pt x="0" y="0"/>
                  </a:lnTo>
                  <a:lnTo>
                    <a:pt x="0" y="4652772"/>
                  </a:lnTo>
                  <a:lnTo>
                    <a:pt x="4443984" y="4652772"/>
                  </a:lnTo>
                  <a:lnTo>
                    <a:pt x="4443984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74313" y="1218438"/>
              <a:ext cx="4444365" cy="4653280"/>
            </a:xfrm>
            <a:custGeom>
              <a:avLst/>
              <a:gdLst/>
              <a:ahLst/>
              <a:cxnLst/>
              <a:rect l="l" t="t" r="r" b="b"/>
              <a:pathLst>
                <a:path w="4444365" h="4653280">
                  <a:moveTo>
                    <a:pt x="0" y="4652772"/>
                  </a:moveTo>
                  <a:lnTo>
                    <a:pt x="4443984" y="4652772"/>
                  </a:lnTo>
                  <a:lnTo>
                    <a:pt x="4443984" y="0"/>
                  </a:lnTo>
                  <a:lnTo>
                    <a:pt x="0" y="0"/>
                  </a:lnTo>
                  <a:lnTo>
                    <a:pt x="0" y="465277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73551" y="1217676"/>
              <a:ext cx="4396740" cy="495300"/>
            </a:xfrm>
            <a:custGeom>
              <a:avLst/>
              <a:gdLst/>
              <a:ahLst/>
              <a:cxnLst/>
              <a:rect l="l" t="t" r="r" b="b"/>
              <a:pathLst>
                <a:path w="4396740" h="495300">
                  <a:moveTo>
                    <a:pt x="4396740" y="0"/>
                  </a:moveTo>
                  <a:lnTo>
                    <a:pt x="0" y="0"/>
                  </a:lnTo>
                  <a:lnTo>
                    <a:pt x="0" y="495300"/>
                  </a:lnTo>
                  <a:lnTo>
                    <a:pt x="4396740" y="495300"/>
                  </a:lnTo>
                  <a:lnTo>
                    <a:pt x="439674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274314" y="1218438"/>
            <a:ext cx="4396105" cy="4946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566420">
              <a:lnSpc>
                <a:spcPct val="100000"/>
              </a:lnSpc>
              <a:spcBef>
                <a:spcPts val="1300"/>
              </a:spcBef>
            </a:pPr>
            <a:r>
              <a:rPr sz="1200" b="1" dirty="0">
                <a:solidFill>
                  <a:srgbClr val="FFD600"/>
                </a:solidFill>
                <a:latin typeface="Arial"/>
                <a:cs typeface="Arial"/>
              </a:rPr>
              <a:t>GameSeed</a:t>
            </a:r>
            <a:r>
              <a:rPr sz="1200" b="1" spc="-3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D600"/>
                </a:solidFill>
                <a:latin typeface="Arial"/>
                <a:cs typeface="Arial"/>
              </a:rPr>
              <a:t>–</a:t>
            </a:r>
            <a:r>
              <a:rPr sz="1200" b="1" spc="-1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D600"/>
                </a:solidFill>
                <a:latin typeface="Arial"/>
                <a:cs typeface="Arial"/>
              </a:rPr>
              <a:t>SplitMix64</a:t>
            </a:r>
            <a:r>
              <a:rPr sz="1200" b="1" spc="-2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D600"/>
                </a:solidFill>
                <a:latin typeface="Malgun Gothic"/>
                <a:cs typeface="Malgun Gothic"/>
              </a:rPr>
              <a:t>기반</a:t>
            </a:r>
            <a:r>
              <a:rPr sz="1200" b="1" spc="-105" dirty="0">
                <a:solidFill>
                  <a:srgbClr val="FFD600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FFD600"/>
                </a:solidFill>
                <a:latin typeface="Malgun Gothic"/>
                <a:cs typeface="Malgun Gothic"/>
              </a:rPr>
              <a:t>함수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66414" y="1864309"/>
            <a:ext cx="3479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BaseSeed: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111111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Domain </a:t>
            </a:r>
            <a:r>
              <a:rPr sz="1800" spc="-10" dirty="0">
                <a:latin typeface="Calibri"/>
                <a:cs typeface="Calibri"/>
              </a:rPr>
              <a:t>enum</a:t>
            </a:r>
            <a:r>
              <a:rPr sz="1800" spc="-10" dirty="0">
                <a:latin typeface="Malgun Gothic"/>
                <a:cs typeface="Malgun Gothic"/>
              </a:rPr>
              <a:t>값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272851" y="1631759"/>
            <a:ext cx="8385080" cy="4208752"/>
            <a:chOff x="3293172" y="1271015"/>
            <a:chExt cx="8385080" cy="4208752"/>
          </a:xfrm>
        </p:grpSpPr>
        <p:sp>
          <p:nvSpPr>
            <p:cNvPr id="40" name="object 40"/>
            <p:cNvSpPr/>
            <p:nvPr/>
          </p:nvSpPr>
          <p:spPr>
            <a:xfrm>
              <a:off x="5292852" y="1887441"/>
              <a:ext cx="280670" cy="341630"/>
            </a:xfrm>
            <a:custGeom>
              <a:avLst/>
              <a:gdLst/>
              <a:ahLst/>
              <a:cxnLst/>
              <a:rect l="l" t="t" r="r" b="b"/>
              <a:pathLst>
                <a:path w="280670" h="341630">
                  <a:moveTo>
                    <a:pt x="210312" y="0"/>
                  </a:moveTo>
                  <a:lnTo>
                    <a:pt x="70103" y="0"/>
                  </a:lnTo>
                  <a:lnTo>
                    <a:pt x="70103" y="201168"/>
                  </a:lnTo>
                  <a:lnTo>
                    <a:pt x="0" y="201168"/>
                  </a:lnTo>
                  <a:lnTo>
                    <a:pt x="140208" y="341375"/>
                  </a:lnTo>
                  <a:lnTo>
                    <a:pt x="280415" y="201168"/>
                  </a:lnTo>
                  <a:lnTo>
                    <a:pt x="210312" y="201168"/>
                  </a:lnTo>
                  <a:lnTo>
                    <a:pt x="21031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87327" y="1877535"/>
              <a:ext cx="280670" cy="341630"/>
            </a:xfrm>
            <a:custGeom>
              <a:avLst/>
              <a:gdLst/>
              <a:ahLst/>
              <a:cxnLst/>
              <a:rect l="l" t="t" r="r" b="b"/>
              <a:pathLst>
                <a:path w="280670" h="341630">
                  <a:moveTo>
                    <a:pt x="0" y="201168"/>
                  </a:moveTo>
                  <a:lnTo>
                    <a:pt x="70103" y="201168"/>
                  </a:lnTo>
                  <a:lnTo>
                    <a:pt x="70103" y="0"/>
                  </a:lnTo>
                  <a:lnTo>
                    <a:pt x="210312" y="0"/>
                  </a:lnTo>
                  <a:lnTo>
                    <a:pt x="210312" y="201168"/>
                  </a:lnTo>
                  <a:lnTo>
                    <a:pt x="280415" y="201168"/>
                  </a:lnTo>
                  <a:lnTo>
                    <a:pt x="140208" y="341375"/>
                  </a:lnTo>
                  <a:lnTo>
                    <a:pt x="0" y="20116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93172" y="3464052"/>
              <a:ext cx="4424364" cy="1641348"/>
            </a:xfrm>
            <a:prstGeom prst="rect">
              <a:avLst/>
            </a:prstGeom>
          </p:spPr>
        </p:pic>
        <p:pic>
          <p:nvPicPr>
            <p:cNvPr id="43" name="object 43" descr="gen-dedup-c5aa3a34a2689a37c814728e4dbf9992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0712" y="1271015"/>
              <a:ext cx="348996" cy="39928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820405" y="2186177"/>
              <a:ext cx="772795" cy="571500"/>
            </a:xfrm>
            <a:custGeom>
              <a:avLst/>
              <a:gdLst/>
              <a:ahLst/>
              <a:cxnLst/>
              <a:rect l="l" t="t" r="r" b="b"/>
              <a:pathLst>
                <a:path w="772795" h="571500">
                  <a:moveTo>
                    <a:pt x="486918" y="0"/>
                  </a:moveTo>
                  <a:lnTo>
                    <a:pt x="486918" y="142875"/>
                  </a:lnTo>
                  <a:lnTo>
                    <a:pt x="0" y="142875"/>
                  </a:lnTo>
                  <a:lnTo>
                    <a:pt x="0" y="428625"/>
                  </a:lnTo>
                  <a:lnTo>
                    <a:pt x="486918" y="428625"/>
                  </a:lnTo>
                  <a:lnTo>
                    <a:pt x="486918" y="571500"/>
                  </a:lnTo>
                  <a:lnTo>
                    <a:pt x="772668" y="285750"/>
                  </a:lnTo>
                  <a:lnTo>
                    <a:pt x="48691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820405" y="2186177"/>
              <a:ext cx="772795" cy="571500"/>
            </a:xfrm>
            <a:custGeom>
              <a:avLst/>
              <a:gdLst/>
              <a:ahLst/>
              <a:cxnLst/>
              <a:rect l="l" t="t" r="r" b="b"/>
              <a:pathLst>
                <a:path w="772795" h="571500">
                  <a:moveTo>
                    <a:pt x="0" y="142875"/>
                  </a:moveTo>
                  <a:lnTo>
                    <a:pt x="486918" y="142875"/>
                  </a:lnTo>
                  <a:lnTo>
                    <a:pt x="486918" y="0"/>
                  </a:lnTo>
                  <a:lnTo>
                    <a:pt x="772668" y="285750"/>
                  </a:lnTo>
                  <a:lnTo>
                    <a:pt x="486918" y="571500"/>
                  </a:lnTo>
                  <a:lnTo>
                    <a:pt x="486918" y="428625"/>
                  </a:lnTo>
                  <a:lnTo>
                    <a:pt x="0" y="428625"/>
                  </a:lnTo>
                  <a:lnTo>
                    <a:pt x="0" y="142875"/>
                  </a:lnTo>
                  <a:close/>
                </a:path>
              </a:pathLst>
            </a:custGeom>
            <a:ln w="28575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674067" y="1327502"/>
              <a:ext cx="3004185" cy="4152265"/>
            </a:xfrm>
            <a:custGeom>
              <a:avLst/>
              <a:gdLst/>
              <a:ahLst/>
              <a:cxnLst/>
              <a:rect l="l" t="t" r="r" b="b"/>
              <a:pathLst>
                <a:path w="3004184" h="4152265">
                  <a:moveTo>
                    <a:pt x="0" y="4152138"/>
                  </a:moveTo>
                  <a:lnTo>
                    <a:pt x="3003804" y="4152138"/>
                  </a:lnTo>
                  <a:lnTo>
                    <a:pt x="3003804" y="0"/>
                  </a:lnTo>
                  <a:lnTo>
                    <a:pt x="0" y="0"/>
                  </a:lnTo>
                  <a:lnTo>
                    <a:pt x="0" y="4152138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809364" y="3023170"/>
            <a:ext cx="31959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algun Gothic"/>
                <a:cs typeface="Malgun Gothic"/>
              </a:rPr>
              <a:t>도메인별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새로운</a:t>
            </a:r>
            <a:r>
              <a:rPr sz="1800" spc="-190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난수값</a:t>
            </a:r>
            <a:r>
              <a:rPr sz="1800" spc="-215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생성</a:t>
            </a:r>
            <a:r>
              <a:rPr sz="1800" spc="-195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및</a:t>
            </a:r>
            <a:endParaRPr sz="1800" dirty="0">
              <a:latin typeface="Malgun Gothic"/>
              <a:cs typeface="Malgun Gothic"/>
            </a:endParaRPr>
          </a:p>
          <a:p>
            <a:pPr marL="38735"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Malgun Gothic"/>
                <a:cs typeface="Malgun Gothic"/>
              </a:rPr>
              <a:t>딕셔너리에</a:t>
            </a:r>
            <a:r>
              <a:rPr sz="1800" spc="-22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저장</a:t>
            </a:r>
            <a:endParaRPr sz="1800" dirty="0">
              <a:latin typeface="Malgun Gothic"/>
              <a:cs typeface="Malgun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654033" y="1211580"/>
            <a:ext cx="3004185" cy="50800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102870" rIns="0" bIns="0" rtlCol="0">
            <a:spAutoFit/>
          </a:bodyPr>
          <a:lstStyle/>
          <a:p>
            <a:pPr marL="81280" marR="1005840">
              <a:lnSpc>
                <a:spcPts val="1420"/>
              </a:lnSpc>
              <a:spcBef>
                <a:spcPts val="810"/>
              </a:spcBef>
            </a:pPr>
            <a:r>
              <a:rPr sz="1200" b="1" dirty="0">
                <a:solidFill>
                  <a:srgbClr val="FFD600"/>
                </a:solidFill>
                <a:latin typeface="Arial"/>
                <a:cs typeface="Arial"/>
              </a:rPr>
              <a:t>Map,</a:t>
            </a:r>
            <a:r>
              <a:rPr sz="1200" b="1" spc="-2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D600"/>
                </a:solidFill>
                <a:latin typeface="Arial"/>
                <a:cs typeface="Arial"/>
              </a:rPr>
              <a:t>Quest,</a:t>
            </a:r>
            <a:r>
              <a:rPr sz="1200" b="1" spc="-2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D600"/>
                </a:solidFill>
                <a:latin typeface="Arial"/>
                <a:cs typeface="Arial"/>
              </a:rPr>
              <a:t>Class,</a:t>
            </a:r>
            <a:r>
              <a:rPr sz="1200" b="1" spc="-40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D600"/>
                </a:solidFill>
                <a:latin typeface="Arial"/>
                <a:cs typeface="Arial"/>
              </a:rPr>
              <a:t>Skill</a:t>
            </a:r>
            <a:r>
              <a:rPr sz="1200" b="1" spc="-15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FFD600"/>
                </a:solidFill>
                <a:latin typeface="Malgun Gothic"/>
                <a:cs typeface="Malgun Gothic"/>
              </a:rPr>
              <a:t>등 </a:t>
            </a:r>
            <a:r>
              <a:rPr sz="1200" b="1" dirty="0">
                <a:solidFill>
                  <a:srgbClr val="FFD600"/>
                </a:solidFill>
                <a:latin typeface="Malgun Gothic"/>
                <a:cs typeface="Malgun Gothic"/>
              </a:rPr>
              <a:t>난수</a:t>
            </a:r>
            <a:r>
              <a:rPr sz="1200" b="1" spc="-90" dirty="0">
                <a:solidFill>
                  <a:srgbClr val="FFD600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FFD600"/>
                </a:solidFill>
                <a:latin typeface="Malgun Gothic"/>
                <a:cs typeface="Malgun Gothic"/>
              </a:rPr>
              <a:t>사용량</a:t>
            </a:r>
            <a:r>
              <a:rPr sz="1200" b="1" spc="-85" dirty="0">
                <a:solidFill>
                  <a:srgbClr val="FFD600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FFD600"/>
                </a:solidFill>
                <a:latin typeface="Malgun Gothic"/>
                <a:cs typeface="Malgun Gothic"/>
              </a:rPr>
              <a:t>기록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895842" y="1866138"/>
            <a:ext cx="226758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105"/>
              </a:spcBef>
            </a:pPr>
            <a:r>
              <a:rPr sz="1600" spc="-40" dirty="0">
                <a:latin typeface="Malgun Gothic"/>
                <a:cs typeface="Malgun Gothic"/>
              </a:rPr>
              <a:t>생성된</a:t>
            </a:r>
            <a:r>
              <a:rPr sz="1600" spc="-9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난수값을</a:t>
            </a:r>
            <a:r>
              <a:rPr sz="1600" spc="-80" dirty="0">
                <a:latin typeface="Malgun Gothic"/>
                <a:cs typeface="Malgun Gothic"/>
              </a:rPr>
              <a:t> </a:t>
            </a:r>
            <a:r>
              <a:rPr sz="1600" spc="-30" dirty="0">
                <a:latin typeface="Malgun Gothic"/>
                <a:cs typeface="Malgun Gothic"/>
              </a:rPr>
              <a:t>이용해서</a:t>
            </a:r>
            <a:r>
              <a:rPr sz="1600" spc="-90" dirty="0">
                <a:latin typeface="Malgun Gothic"/>
                <a:cs typeface="Malgun Gothic"/>
              </a:rPr>
              <a:t> </a:t>
            </a:r>
            <a:r>
              <a:rPr sz="1600" spc="-50" dirty="0">
                <a:latin typeface="Malgun Gothic"/>
                <a:cs typeface="Malgun Gothic"/>
              </a:rPr>
              <a:t>각 </a:t>
            </a:r>
            <a:r>
              <a:rPr sz="1600" spc="-30" dirty="0">
                <a:latin typeface="Malgun Gothic"/>
                <a:cs typeface="Malgun Gothic"/>
              </a:rPr>
              <a:t>도메인에</a:t>
            </a:r>
            <a:r>
              <a:rPr sz="1600" spc="-95" dirty="0">
                <a:latin typeface="Malgun Gothic"/>
                <a:cs typeface="Malgun Gothic"/>
              </a:rPr>
              <a:t> </a:t>
            </a:r>
            <a:r>
              <a:rPr sz="1600" spc="-85" dirty="0">
                <a:latin typeface="Malgun Gothic"/>
                <a:cs typeface="Malgun Gothic"/>
              </a:rPr>
              <a:t>대한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spc="-30" dirty="0">
                <a:latin typeface="Malgun Gothic"/>
                <a:cs typeface="Malgun Gothic"/>
              </a:rPr>
              <a:t>난수값을</a:t>
            </a:r>
            <a:r>
              <a:rPr sz="1600" spc="-8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사용 </a:t>
            </a:r>
            <a:r>
              <a:rPr sz="1600" dirty="0">
                <a:latin typeface="Malgun Gothic"/>
                <a:cs typeface="Malgun Gothic"/>
              </a:rPr>
              <a:t>시</a:t>
            </a:r>
            <a:r>
              <a:rPr sz="1600" spc="-185" dirty="0">
                <a:latin typeface="Malgun Gothic"/>
                <a:cs typeface="Malgun Gothic"/>
              </a:rPr>
              <a:t> </a:t>
            </a:r>
            <a:r>
              <a:rPr sz="1600" spc="-20" dirty="0">
                <a:latin typeface="Malgun Gothic"/>
                <a:cs typeface="Malgun Gothic"/>
              </a:rPr>
              <a:t>기록한다</a:t>
            </a:r>
            <a:r>
              <a:rPr sz="1600" spc="-20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9144666" y="2827817"/>
            <a:ext cx="2083435" cy="847090"/>
            <a:chOff x="9114281" y="2617470"/>
            <a:chExt cx="2083435" cy="847090"/>
          </a:xfrm>
        </p:grpSpPr>
        <p:sp>
          <p:nvSpPr>
            <p:cNvPr id="52" name="object 52"/>
            <p:cNvSpPr/>
            <p:nvPr/>
          </p:nvSpPr>
          <p:spPr>
            <a:xfrm>
              <a:off x="10026395" y="3107436"/>
              <a:ext cx="198120" cy="350520"/>
            </a:xfrm>
            <a:custGeom>
              <a:avLst/>
              <a:gdLst/>
              <a:ahLst/>
              <a:cxnLst/>
              <a:rect l="l" t="t" r="r" b="b"/>
              <a:pathLst>
                <a:path w="198120" h="350520">
                  <a:moveTo>
                    <a:pt x="148589" y="0"/>
                  </a:moveTo>
                  <a:lnTo>
                    <a:pt x="49529" y="0"/>
                  </a:lnTo>
                  <a:lnTo>
                    <a:pt x="49529" y="251460"/>
                  </a:lnTo>
                  <a:lnTo>
                    <a:pt x="0" y="251460"/>
                  </a:lnTo>
                  <a:lnTo>
                    <a:pt x="99059" y="350519"/>
                  </a:lnTo>
                  <a:lnTo>
                    <a:pt x="198120" y="251460"/>
                  </a:lnTo>
                  <a:lnTo>
                    <a:pt x="148589" y="251460"/>
                  </a:lnTo>
                  <a:lnTo>
                    <a:pt x="1485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026395" y="3107436"/>
              <a:ext cx="198120" cy="350520"/>
            </a:xfrm>
            <a:custGeom>
              <a:avLst/>
              <a:gdLst/>
              <a:ahLst/>
              <a:cxnLst/>
              <a:rect l="l" t="t" r="r" b="b"/>
              <a:pathLst>
                <a:path w="198120" h="350520">
                  <a:moveTo>
                    <a:pt x="0" y="251460"/>
                  </a:moveTo>
                  <a:lnTo>
                    <a:pt x="49529" y="251460"/>
                  </a:lnTo>
                  <a:lnTo>
                    <a:pt x="49529" y="0"/>
                  </a:lnTo>
                  <a:lnTo>
                    <a:pt x="148589" y="0"/>
                  </a:lnTo>
                  <a:lnTo>
                    <a:pt x="148589" y="251460"/>
                  </a:lnTo>
                  <a:lnTo>
                    <a:pt x="198120" y="251460"/>
                  </a:lnTo>
                  <a:lnTo>
                    <a:pt x="99059" y="350519"/>
                  </a:lnTo>
                  <a:lnTo>
                    <a:pt x="0" y="25146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14281" y="2617470"/>
              <a:ext cx="2083307" cy="387096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9144666" y="2827817"/>
            <a:ext cx="2083435" cy="38735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612140">
              <a:lnSpc>
                <a:spcPct val="100000"/>
              </a:lnSpc>
              <a:spcBef>
                <a:spcPts val="475"/>
              </a:spcBef>
            </a:pPr>
            <a:r>
              <a:rPr sz="1600" spc="-25" dirty="0">
                <a:latin typeface="Malgun Gothic"/>
                <a:cs typeface="Malgun Gothic"/>
              </a:rPr>
              <a:t>랜덤</a:t>
            </a:r>
            <a:r>
              <a:rPr sz="1600" spc="-18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생성</a:t>
            </a:r>
            <a:endParaRPr sz="1600">
              <a:latin typeface="Malgun Gothic"/>
              <a:cs typeface="Malgun Gothic"/>
            </a:endParaRPr>
          </a:p>
        </p:txBody>
      </p:sp>
      <p:pic>
        <p:nvPicPr>
          <p:cNvPr id="56" name="object 5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78551" y="3777268"/>
            <a:ext cx="2357628" cy="539495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8976962" y="3793099"/>
            <a:ext cx="2357755" cy="507831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421005" marR="415925" indent="351790" algn="l">
              <a:lnSpc>
                <a:spcPct val="100000"/>
              </a:lnSpc>
              <a:spcBef>
                <a:spcPts val="120"/>
              </a:spcBef>
            </a:pPr>
            <a:r>
              <a:rPr lang="ko-KR" altLang="en-US" sz="1600" spc="-20" dirty="0">
                <a:latin typeface="Malgun Gothic"/>
                <a:cs typeface="Malgun Gothic"/>
              </a:rPr>
              <a:t>도메인별 </a:t>
            </a:r>
            <a:r>
              <a:rPr lang="ko-KR" altLang="en-US" sz="1600" spc="-25" dirty="0">
                <a:latin typeface="Malgun Gothic"/>
                <a:cs typeface="Malgun Gothic"/>
              </a:rPr>
              <a:t>난수</a:t>
            </a:r>
            <a:r>
              <a:rPr lang="ko-KR" altLang="en-US" sz="1600" spc="-175" dirty="0">
                <a:latin typeface="Malgun Gothic"/>
                <a:cs typeface="Malgun Gothic"/>
              </a:rPr>
              <a:t> </a:t>
            </a:r>
            <a:r>
              <a:rPr lang="ko-KR" altLang="en-US" sz="1600" spc="-25" dirty="0">
                <a:latin typeface="Malgun Gothic"/>
                <a:cs typeface="Malgun Gothic"/>
              </a:rPr>
              <a:t>사용량</a:t>
            </a:r>
            <a:r>
              <a:rPr lang="ko-KR" altLang="en-US" sz="1600" spc="-170" dirty="0">
                <a:latin typeface="Malgun Gothic"/>
                <a:cs typeface="Malgun Gothic"/>
              </a:rPr>
              <a:t> </a:t>
            </a:r>
            <a:r>
              <a:rPr lang="ko-KR" altLang="en-US" sz="1600" spc="-25" dirty="0">
                <a:latin typeface="Malgun Gothic"/>
                <a:cs typeface="Malgun Gothic"/>
              </a:rPr>
              <a:t>증가</a:t>
            </a:r>
            <a:endParaRPr lang="ko-KR" altLang="en-US" sz="1600" dirty="0">
              <a:latin typeface="Malgun Gothic"/>
              <a:cs typeface="Malgun Gothic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1225702" y="6571850"/>
            <a:ext cx="1062990" cy="16158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altLang="ko-KR" sz="900" b="1" dirty="0">
                <a:solidFill>
                  <a:schemeClr val="tx1"/>
                </a:solidFill>
                <a:latin typeface="Calibri"/>
                <a:cs typeface="Calibri"/>
              </a:rPr>
              <a:t>World</a:t>
            </a:r>
            <a:r>
              <a:rPr lang="en-US" altLang="ko-KR" sz="900" b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Calibri"/>
                <a:cs typeface="Calibri"/>
              </a:rPr>
              <a:t>First</a:t>
            </a:r>
            <a:r>
              <a:rPr lang="en-US" altLang="ko-KR" sz="900" b="1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ko-KR" sz="900" b="1" spc="-10" dirty="0">
                <a:solidFill>
                  <a:schemeClr val="tx1"/>
                </a:solidFill>
                <a:latin typeface="Calibri"/>
                <a:cs typeface="Calibri"/>
              </a:rPr>
              <a:t>Kill</a:t>
            </a:r>
            <a:r>
              <a:rPr lang="en-US" altLang="ko-KR" sz="900" b="1" spc="-10" dirty="0">
                <a:solidFill>
                  <a:schemeClr val="tx1"/>
                </a:solidFill>
                <a:latin typeface="Arial"/>
                <a:cs typeface="Arial"/>
              </a:rPr>
              <a:t>.exe</a:t>
            </a:r>
            <a:endParaRPr lang="en-US" altLang="ko-KR" sz="9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900922" y="4664387"/>
            <a:ext cx="2272665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latin typeface="Malgun Gothic"/>
                <a:cs typeface="Malgun Gothic"/>
              </a:rPr>
              <a:t>해당</a:t>
            </a:r>
            <a:r>
              <a:rPr sz="1600" spc="-190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난수</a:t>
            </a:r>
            <a:r>
              <a:rPr sz="1600" spc="-165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사용량을</a:t>
            </a:r>
            <a:r>
              <a:rPr sz="1600" spc="-185" dirty="0">
                <a:latin typeface="Malgun Gothic"/>
                <a:cs typeface="Malgun Gothic"/>
              </a:rPr>
              <a:t> </a:t>
            </a:r>
            <a:r>
              <a:rPr sz="1600" spc="-20" dirty="0">
                <a:latin typeface="Malgun Gothic"/>
                <a:cs typeface="Malgun Gothic"/>
              </a:rPr>
              <a:t>저장하기</a:t>
            </a:r>
            <a:endParaRPr sz="16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r>
              <a:rPr sz="1600" dirty="0">
                <a:latin typeface="Malgun Gothic"/>
                <a:cs typeface="Malgun Gothic"/>
              </a:rPr>
              <a:t>위해서</a:t>
            </a:r>
            <a:r>
              <a:rPr sz="1600" spc="-19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딕셔너리에</a:t>
            </a:r>
            <a:r>
              <a:rPr sz="1600" spc="-204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저장한다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209986" y="2600355"/>
            <a:ext cx="2192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SplitMix64</a:t>
            </a:r>
            <a:r>
              <a:rPr sz="1800" spc="-10" dirty="0">
                <a:latin typeface="Malgun Gothic"/>
                <a:cs typeface="Malgun Gothic"/>
              </a:rPr>
              <a:t>를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0" dirty="0">
                <a:latin typeface="Malgun Gothic"/>
                <a:cs typeface="Malgun Gothic"/>
              </a:rPr>
              <a:t>사용하여</a:t>
            </a:r>
            <a:endParaRPr sz="18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3022" y="96265"/>
            <a:ext cx="11906578" cy="6333490"/>
            <a:chOff x="1032002" y="96265"/>
            <a:chExt cx="10946765" cy="6333490"/>
          </a:xfrm>
        </p:grpSpPr>
        <p:sp>
          <p:nvSpPr>
            <p:cNvPr id="3" name="object 3"/>
            <p:cNvSpPr/>
            <p:nvPr/>
          </p:nvSpPr>
          <p:spPr>
            <a:xfrm>
              <a:off x="1044702" y="108965"/>
              <a:ext cx="10921365" cy="6308090"/>
            </a:xfrm>
            <a:custGeom>
              <a:avLst/>
              <a:gdLst/>
              <a:ahLst/>
              <a:cxnLst/>
              <a:rect l="l" t="t" r="r" b="b"/>
              <a:pathLst>
                <a:path w="10921365" h="6308090">
                  <a:moveTo>
                    <a:pt x="10920984" y="0"/>
                  </a:moveTo>
                  <a:lnTo>
                    <a:pt x="0" y="0"/>
                  </a:lnTo>
                  <a:lnTo>
                    <a:pt x="0" y="6307835"/>
                  </a:lnTo>
                  <a:lnTo>
                    <a:pt x="10920984" y="6307835"/>
                  </a:lnTo>
                  <a:lnTo>
                    <a:pt x="1092098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44702" y="108965"/>
              <a:ext cx="10921365" cy="6308090"/>
            </a:xfrm>
            <a:custGeom>
              <a:avLst/>
              <a:gdLst/>
              <a:ahLst/>
              <a:cxnLst/>
              <a:rect l="l" t="t" r="r" b="b"/>
              <a:pathLst>
                <a:path w="10921365" h="6308090">
                  <a:moveTo>
                    <a:pt x="0" y="6307835"/>
                  </a:moveTo>
                  <a:lnTo>
                    <a:pt x="10920984" y="6307835"/>
                  </a:lnTo>
                  <a:lnTo>
                    <a:pt x="10920984" y="0"/>
                  </a:lnTo>
                  <a:lnTo>
                    <a:pt x="0" y="0"/>
                  </a:lnTo>
                  <a:lnTo>
                    <a:pt x="0" y="630783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65276" y="128015"/>
              <a:ext cx="10878820" cy="285115"/>
            </a:xfrm>
            <a:custGeom>
              <a:avLst/>
              <a:gdLst/>
              <a:ahLst/>
              <a:cxnLst/>
              <a:rect l="l" t="t" r="r" b="b"/>
              <a:pathLst>
                <a:path w="10878820" h="285115">
                  <a:moveTo>
                    <a:pt x="10878312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10878312" y="284988"/>
                  </a:lnTo>
                  <a:lnTo>
                    <a:pt x="10878312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68146" y="514349"/>
              <a:ext cx="10674350" cy="5577840"/>
            </a:xfrm>
            <a:custGeom>
              <a:avLst/>
              <a:gdLst/>
              <a:ahLst/>
              <a:cxnLst/>
              <a:rect l="l" t="t" r="r" b="b"/>
              <a:pathLst>
                <a:path w="10674350" h="5577840">
                  <a:moveTo>
                    <a:pt x="0" y="5577840"/>
                  </a:moveTo>
                  <a:lnTo>
                    <a:pt x="10674096" y="5577840"/>
                  </a:lnTo>
                  <a:lnTo>
                    <a:pt x="10674096" y="0"/>
                  </a:lnTo>
                  <a:lnTo>
                    <a:pt x="0" y="0"/>
                  </a:lnTo>
                  <a:lnTo>
                    <a:pt x="0" y="5577840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675363" y="158496"/>
              <a:ext cx="227329" cy="222885"/>
            </a:xfrm>
            <a:custGeom>
              <a:avLst/>
              <a:gdLst/>
              <a:ahLst/>
              <a:cxnLst/>
              <a:rect l="l" t="t" r="r" b="b"/>
              <a:pathLst>
                <a:path w="227329" h="222885">
                  <a:moveTo>
                    <a:pt x="227075" y="0"/>
                  </a:moveTo>
                  <a:lnTo>
                    <a:pt x="0" y="0"/>
                  </a:lnTo>
                  <a:lnTo>
                    <a:pt x="0" y="222503"/>
                  </a:lnTo>
                  <a:lnTo>
                    <a:pt x="227075" y="222503"/>
                  </a:lnTo>
                  <a:lnTo>
                    <a:pt x="22707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675363" y="158496"/>
              <a:ext cx="227329" cy="222885"/>
            </a:xfrm>
            <a:custGeom>
              <a:avLst/>
              <a:gdLst/>
              <a:ahLst/>
              <a:cxnLst/>
              <a:rect l="l" t="t" r="r" b="b"/>
              <a:pathLst>
                <a:path w="227329" h="222885">
                  <a:moveTo>
                    <a:pt x="0" y="222503"/>
                  </a:moveTo>
                  <a:lnTo>
                    <a:pt x="227075" y="222503"/>
                  </a:lnTo>
                  <a:lnTo>
                    <a:pt x="227075" y="0"/>
                  </a:lnTo>
                  <a:lnTo>
                    <a:pt x="0" y="0"/>
                  </a:lnTo>
                  <a:lnTo>
                    <a:pt x="0" y="2225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85773" y="186054"/>
            <a:ext cx="10471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Kill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.exe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43690" y="183260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6476999"/>
            <a:ext cx="12192000" cy="381000"/>
            <a:chOff x="0" y="6476999"/>
            <a:chExt cx="12192000" cy="381000"/>
          </a:xfrm>
        </p:grpSpPr>
        <p:sp>
          <p:nvSpPr>
            <p:cNvPr id="12" name="object 12"/>
            <p:cNvSpPr/>
            <p:nvPr/>
          </p:nvSpPr>
          <p:spPr>
            <a:xfrm>
              <a:off x="0" y="6476999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121920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12192000" y="3809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6476999"/>
              <a:ext cx="12192000" cy="18415"/>
            </a:xfrm>
            <a:custGeom>
              <a:avLst/>
              <a:gdLst/>
              <a:ahLst/>
              <a:cxnLst/>
              <a:rect l="l" t="t" r="r" b="b"/>
              <a:pathLst>
                <a:path w="12192000" h="18414">
                  <a:moveTo>
                    <a:pt x="121920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2192000" y="182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861" y="6515860"/>
              <a:ext cx="858519" cy="304800"/>
            </a:xfrm>
            <a:custGeom>
              <a:avLst/>
              <a:gdLst/>
              <a:ahLst/>
              <a:cxnLst/>
              <a:rect l="l" t="t" r="r" b="b"/>
              <a:pathLst>
                <a:path w="858519" h="304800">
                  <a:moveTo>
                    <a:pt x="0" y="304800"/>
                  </a:moveTo>
                  <a:lnTo>
                    <a:pt x="858012" y="304800"/>
                  </a:lnTo>
                  <a:lnTo>
                    <a:pt x="858012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7145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714500" y="3048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53261" y="651586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0" y="304800"/>
                  </a:moveTo>
                  <a:lnTo>
                    <a:pt x="1714500" y="304800"/>
                  </a:lnTo>
                  <a:lnTo>
                    <a:pt x="17145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gen-dedup-b7042822c590cf1066a472ff1b5b8f45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021" y="6605153"/>
              <a:ext cx="119555" cy="120071"/>
            </a:xfrm>
            <a:prstGeom prst="rect">
              <a:avLst/>
            </a:prstGeom>
          </p:spPr>
        </p:pic>
        <p:pic>
          <p:nvPicPr>
            <p:cNvPr id="18" name="object 18" descr="gen-dedup-ba9d3020b28ee88c3f41e8c221d65fea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1466" y="6609771"/>
              <a:ext cx="86868" cy="115453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252576" y="501650"/>
            <a:ext cx="11638805" cy="5856605"/>
            <a:chOff x="1166113" y="501650"/>
            <a:chExt cx="10696575" cy="5856605"/>
          </a:xfrm>
        </p:grpSpPr>
        <p:sp>
          <p:nvSpPr>
            <p:cNvPr id="20" name="object 20"/>
            <p:cNvSpPr/>
            <p:nvPr/>
          </p:nvSpPr>
          <p:spPr>
            <a:xfrm>
              <a:off x="1178813" y="514350"/>
              <a:ext cx="10671175" cy="5831205"/>
            </a:xfrm>
            <a:custGeom>
              <a:avLst/>
              <a:gdLst/>
              <a:ahLst/>
              <a:cxnLst/>
              <a:rect l="l" t="t" r="r" b="b"/>
              <a:pathLst>
                <a:path w="10671175" h="5831205">
                  <a:moveTo>
                    <a:pt x="10671048" y="0"/>
                  </a:moveTo>
                  <a:lnTo>
                    <a:pt x="0" y="0"/>
                  </a:lnTo>
                  <a:lnTo>
                    <a:pt x="0" y="5830824"/>
                  </a:lnTo>
                  <a:lnTo>
                    <a:pt x="10671048" y="5830824"/>
                  </a:lnTo>
                  <a:lnTo>
                    <a:pt x="10671048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78813" y="514350"/>
              <a:ext cx="10671175" cy="5831205"/>
            </a:xfrm>
            <a:custGeom>
              <a:avLst/>
              <a:gdLst/>
              <a:ahLst/>
              <a:cxnLst/>
              <a:rect l="l" t="t" r="r" b="b"/>
              <a:pathLst>
                <a:path w="10671175" h="5831205">
                  <a:moveTo>
                    <a:pt x="0" y="5830824"/>
                  </a:moveTo>
                  <a:lnTo>
                    <a:pt x="10671048" y="5830824"/>
                  </a:lnTo>
                  <a:lnTo>
                    <a:pt x="10671048" y="0"/>
                  </a:lnTo>
                  <a:lnTo>
                    <a:pt x="0" y="0"/>
                  </a:lnTo>
                  <a:lnTo>
                    <a:pt x="0" y="5830824"/>
                  </a:lnTo>
                  <a:close/>
                </a:path>
              </a:pathLst>
            </a:custGeom>
            <a:ln w="254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52576" y="568451"/>
            <a:ext cx="11626071" cy="319318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191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30"/>
              </a:spcBef>
              <a:tabLst>
                <a:tab pos="1595120" algn="l"/>
              </a:tabLst>
            </a:pP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문제</a:t>
            </a:r>
            <a:r>
              <a:rPr sz="1800" b="1" spc="-2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olas"/>
                <a:cs typeface="Consolas"/>
              </a:rPr>
              <a:t>Seed</a:t>
            </a:r>
            <a:r>
              <a:rPr sz="1800" spc="-10" dirty="0">
                <a:solidFill>
                  <a:srgbClr val="FFFFFF"/>
                </a:solidFill>
                <a:latin typeface="Malgun Gothic"/>
                <a:cs typeface="Malgun Gothic"/>
              </a:rPr>
              <a:t>비교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	예시로</a:t>
            </a:r>
            <a:r>
              <a:rPr sz="1800" spc="3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데이터</a:t>
            </a:r>
            <a:r>
              <a:rPr sz="1800" spc="3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algun Gothic"/>
                <a:cs typeface="Malgun Gothic"/>
              </a:rPr>
              <a:t>비교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92773" y="5329682"/>
            <a:ext cx="10965309" cy="950594"/>
            <a:chOff x="1252982" y="5329682"/>
            <a:chExt cx="10542905" cy="950594"/>
          </a:xfrm>
        </p:grpSpPr>
        <p:sp>
          <p:nvSpPr>
            <p:cNvPr id="24" name="object 24"/>
            <p:cNvSpPr/>
            <p:nvPr/>
          </p:nvSpPr>
          <p:spPr>
            <a:xfrm>
              <a:off x="1265682" y="5342382"/>
              <a:ext cx="10517505" cy="925194"/>
            </a:xfrm>
            <a:custGeom>
              <a:avLst/>
              <a:gdLst/>
              <a:ahLst/>
              <a:cxnLst/>
              <a:rect l="l" t="t" r="r" b="b"/>
              <a:pathLst>
                <a:path w="10517505" h="925195">
                  <a:moveTo>
                    <a:pt x="10517124" y="0"/>
                  </a:moveTo>
                  <a:lnTo>
                    <a:pt x="0" y="0"/>
                  </a:lnTo>
                  <a:lnTo>
                    <a:pt x="0" y="925068"/>
                  </a:lnTo>
                  <a:lnTo>
                    <a:pt x="10517124" y="925068"/>
                  </a:lnTo>
                  <a:lnTo>
                    <a:pt x="1051712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65682" y="5342382"/>
              <a:ext cx="10517505" cy="925194"/>
            </a:xfrm>
            <a:custGeom>
              <a:avLst/>
              <a:gdLst/>
              <a:ahLst/>
              <a:cxnLst/>
              <a:rect l="l" t="t" r="r" b="b"/>
              <a:pathLst>
                <a:path w="10517505" h="925195">
                  <a:moveTo>
                    <a:pt x="0" y="925068"/>
                  </a:moveTo>
                  <a:lnTo>
                    <a:pt x="10517124" y="925068"/>
                  </a:lnTo>
                  <a:lnTo>
                    <a:pt x="10517124" y="0"/>
                  </a:lnTo>
                  <a:lnTo>
                    <a:pt x="0" y="0"/>
                  </a:lnTo>
                  <a:lnTo>
                    <a:pt x="0" y="92506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29690" y="5389626"/>
              <a:ext cx="10381615" cy="815340"/>
            </a:xfrm>
            <a:custGeom>
              <a:avLst/>
              <a:gdLst/>
              <a:ahLst/>
              <a:cxnLst/>
              <a:rect l="l" t="t" r="r" b="b"/>
              <a:pathLst>
                <a:path w="10381615" h="815339">
                  <a:moveTo>
                    <a:pt x="10381488" y="0"/>
                  </a:moveTo>
                  <a:lnTo>
                    <a:pt x="0" y="0"/>
                  </a:lnTo>
                  <a:lnTo>
                    <a:pt x="0" y="815340"/>
                  </a:lnTo>
                  <a:lnTo>
                    <a:pt x="10381488" y="815340"/>
                  </a:lnTo>
                  <a:lnTo>
                    <a:pt x="10381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29690" y="5389626"/>
              <a:ext cx="10381615" cy="815340"/>
            </a:xfrm>
            <a:custGeom>
              <a:avLst/>
              <a:gdLst/>
              <a:ahLst/>
              <a:cxnLst/>
              <a:rect l="l" t="t" r="r" b="b"/>
              <a:pathLst>
                <a:path w="10381615" h="815339">
                  <a:moveTo>
                    <a:pt x="0" y="815340"/>
                  </a:moveTo>
                  <a:lnTo>
                    <a:pt x="10381488" y="815340"/>
                  </a:lnTo>
                  <a:lnTo>
                    <a:pt x="10381488" y="0"/>
                  </a:lnTo>
                  <a:lnTo>
                    <a:pt x="0" y="0"/>
                  </a:lnTo>
                  <a:lnTo>
                    <a:pt x="0" y="815340"/>
                  </a:lnTo>
                  <a:close/>
                </a:path>
              </a:pathLst>
            </a:custGeom>
            <a:ln w="25399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79579" y="5389626"/>
            <a:ext cx="11031725" cy="743793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1308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0080"/>
                </a:solidFill>
                <a:latin typeface="Gulim"/>
                <a:cs typeface="Gulim"/>
              </a:rPr>
              <a:t>각기</a:t>
            </a:r>
            <a:r>
              <a:rPr sz="1600" b="1" spc="-20" dirty="0">
                <a:solidFill>
                  <a:srgbClr val="000080"/>
                </a:solidFill>
                <a:latin typeface="Gulim"/>
                <a:cs typeface="Gulim"/>
              </a:rPr>
              <a:t> </a:t>
            </a:r>
            <a:r>
              <a:rPr sz="1600" b="1" dirty="0">
                <a:solidFill>
                  <a:srgbClr val="000080"/>
                </a:solidFill>
                <a:latin typeface="Gulim"/>
                <a:cs typeface="Gulim"/>
              </a:rPr>
              <a:t>다른</a:t>
            </a:r>
            <a:r>
              <a:rPr sz="1600" b="1" spc="-15" dirty="0">
                <a:solidFill>
                  <a:srgbClr val="000080"/>
                </a:solidFill>
                <a:latin typeface="Gulim"/>
                <a:cs typeface="Gulim"/>
              </a:rPr>
              <a:t> </a:t>
            </a:r>
            <a:r>
              <a:rPr sz="1600" b="1" dirty="0">
                <a:solidFill>
                  <a:srgbClr val="000080"/>
                </a:solidFill>
                <a:latin typeface="Gulim"/>
                <a:cs typeface="Gulim"/>
              </a:rPr>
              <a:t>시드</a:t>
            </a:r>
            <a:r>
              <a:rPr sz="1600" b="1" spc="-5" dirty="0">
                <a:solidFill>
                  <a:srgbClr val="000080"/>
                </a:solidFill>
                <a:latin typeface="Gulim"/>
                <a:cs typeface="Gulim"/>
              </a:rPr>
              <a:t> </a:t>
            </a:r>
            <a:r>
              <a:rPr sz="1600" b="1" dirty="0">
                <a:solidFill>
                  <a:srgbClr val="000080"/>
                </a:solidFill>
                <a:latin typeface="Gulim"/>
                <a:cs typeface="Gulim"/>
              </a:rPr>
              <a:t>→ 완전히</a:t>
            </a:r>
            <a:r>
              <a:rPr sz="1600" b="1" spc="-30" dirty="0">
                <a:solidFill>
                  <a:srgbClr val="000080"/>
                </a:solidFill>
                <a:latin typeface="Gulim"/>
                <a:cs typeface="Gulim"/>
              </a:rPr>
              <a:t> </a:t>
            </a:r>
            <a:r>
              <a:rPr sz="1600" b="1" dirty="0">
                <a:solidFill>
                  <a:srgbClr val="000080"/>
                </a:solidFill>
                <a:latin typeface="Gulim"/>
                <a:cs typeface="Gulim"/>
              </a:rPr>
              <a:t>다른 스킬셋</a:t>
            </a:r>
            <a:r>
              <a:rPr sz="1600" b="1" spc="-30" dirty="0">
                <a:solidFill>
                  <a:srgbClr val="000080"/>
                </a:solidFill>
                <a:latin typeface="Gulim"/>
                <a:cs typeface="Gulim"/>
              </a:rPr>
              <a:t> </a:t>
            </a:r>
            <a:r>
              <a:rPr sz="1600" b="1" dirty="0">
                <a:solidFill>
                  <a:srgbClr val="000080"/>
                </a:solidFill>
                <a:latin typeface="Gulim"/>
                <a:cs typeface="Gulim"/>
              </a:rPr>
              <a:t>분포</a:t>
            </a:r>
            <a:r>
              <a:rPr sz="1600" b="1" spc="-15" dirty="0">
                <a:solidFill>
                  <a:srgbClr val="000080"/>
                </a:solidFill>
                <a:latin typeface="Gulim"/>
                <a:cs typeface="Gulim"/>
              </a:rPr>
              <a:t> </a:t>
            </a:r>
            <a:r>
              <a:rPr sz="1600" b="1" spc="-25" dirty="0">
                <a:solidFill>
                  <a:srgbClr val="000080"/>
                </a:solidFill>
                <a:latin typeface="Gulim"/>
                <a:cs typeface="Gulim"/>
              </a:rPr>
              <a:t>생성</a:t>
            </a:r>
            <a:endParaRPr sz="1600" dirty="0">
              <a:latin typeface="Gulim"/>
              <a:cs typeface="Gulim"/>
            </a:endParaRPr>
          </a:p>
          <a:p>
            <a:pPr marL="496570" marR="426720">
              <a:lnSpc>
                <a:spcPts val="1570"/>
              </a:lnSpc>
              <a:spcBef>
                <a:spcPts val="270"/>
              </a:spcBef>
            </a:pPr>
            <a:r>
              <a:rPr sz="1400" dirty="0">
                <a:latin typeface="Gulim"/>
                <a:cs typeface="Gulim"/>
              </a:rPr>
              <a:t>스킬이 난수로</a:t>
            </a:r>
            <a:r>
              <a:rPr sz="1400" spc="-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판정되기</a:t>
            </a:r>
            <a:r>
              <a:rPr sz="1400" spc="-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때문에,</a:t>
            </a:r>
            <a:r>
              <a:rPr sz="1400" spc="-5" dirty="0">
                <a:latin typeface="Gulim"/>
                <a:cs typeface="Gulim"/>
              </a:rPr>
              <a:t> </a:t>
            </a:r>
            <a:r>
              <a:rPr sz="1400" b="1" dirty="0">
                <a:latin typeface="Gulim"/>
                <a:cs typeface="Gulim"/>
              </a:rPr>
              <a:t>개발자가</a:t>
            </a:r>
            <a:r>
              <a:rPr sz="1400" b="1" spc="-40" dirty="0">
                <a:latin typeface="Gulim"/>
                <a:cs typeface="Gulim"/>
              </a:rPr>
              <a:t> </a:t>
            </a:r>
            <a:r>
              <a:rPr sz="1400" b="1" dirty="0">
                <a:latin typeface="Gulim"/>
                <a:cs typeface="Gulim"/>
              </a:rPr>
              <a:t>해당</a:t>
            </a:r>
            <a:r>
              <a:rPr sz="1400" b="1" spc="-25" dirty="0">
                <a:latin typeface="Gulim"/>
                <a:cs typeface="Gulim"/>
              </a:rPr>
              <a:t> </a:t>
            </a:r>
            <a:r>
              <a:rPr sz="1400" b="1" dirty="0">
                <a:latin typeface="Gulim"/>
                <a:cs typeface="Gulim"/>
              </a:rPr>
              <a:t>스킬</a:t>
            </a:r>
            <a:r>
              <a:rPr sz="1400" b="1" spc="-20" dirty="0">
                <a:latin typeface="Gulim"/>
                <a:cs typeface="Gulim"/>
              </a:rPr>
              <a:t> </a:t>
            </a:r>
            <a:r>
              <a:rPr sz="1400" b="1" dirty="0">
                <a:latin typeface="Gulim"/>
                <a:cs typeface="Gulim"/>
              </a:rPr>
              <a:t>정보를</a:t>
            </a:r>
            <a:r>
              <a:rPr sz="1400" b="1" spc="-30" dirty="0">
                <a:latin typeface="Gulim"/>
                <a:cs typeface="Gulim"/>
              </a:rPr>
              <a:t> </a:t>
            </a:r>
            <a:r>
              <a:rPr sz="1400" b="1" dirty="0">
                <a:latin typeface="Gulim"/>
                <a:cs typeface="Gulim"/>
              </a:rPr>
              <a:t>일일이</a:t>
            </a:r>
            <a:r>
              <a:rPr sz="1400" b="1" spc="-50" dirty="0">
                <a:latin typeface="Gulim"/>
                <a:cs typeface="Gulim"/>
              </a:rPr>
              <a:t> </a:t>
            </a:r>
            <a:r>
              <a:rPr sz="1400" b="1" dirty="0">
                <a:latin typeface="Gulim"/>
                <a:cs typeface="Gulim"/>
              </a:rPr>
              <a:t>저장하지</a:t>
            </a:r>
            <a:r>
              <a:rPr sz="1400" b="1" spc="-40" dirty="0">
                <a:latin typeface="Gulim"/>
                <a:cs typeface="Gulim"/>
              </a:rPr>
              <a:t> </a:t>
            </a:r>
            <a:r>
              <a:rPr sz="1400" b="1" dirty="0">
                <a:latin typeface="Gulim"/>
                <a:cs typeface="Gulim"/>
              </a:rPr>
              <a:t>않아도</a:t>
            </a:r>
            <a:r>
              <a:rPr sz="1400" b="1" spc="-5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단일</a:t>
            </a:r>
            <a:r>
              <a:rPr sz="1400" spc="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Seed와</a:t>
            </a:r>
            <a:r>
              <a:rPr sz="1400" spc="3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Token의</a:t>
            </a:r>
            <a:r>
              <a:rPr sz="1400" spc="-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해석을</a:t>
            </a:r>
            <a:r>
              <a:rPr sz="1400" spc="5" dirty="0">
                <a:latin typeface="Gulim"/>
                <a:cs typeface="Gulim"/>
              </a:rPr>
              <a:t> </a:t>
            </a:r>
            <a:r>
              <a:rPr sz="1400" spc="-160" dirty="0">
                <a:latin typeface="Gulim"/>
                <a:cs typeface="Gulim"/>
              </a:rPr>
              <a:t>통해 </a:t>
            </a:r>
            <a:r>
              <a:rPr sz="1400" dirty="0">
                <a:latin typeface="Gulim"/>
                <a:cs typeface="Gulim"/>
              </a:rPr>
              <a:t>동일한</a:t>
            </a:r>
            <a:r>
              <a:rPr sz="1400" spc="-1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스킬</a:t>
            </a:r>
            <a:r>
              <a:rPr sz="1400" spc="-2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정보를</a:t>
            </a:r>
            <a:r>
              <a:rPr sz="1400" spc="-1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완벽하게</a:t>
            </a:r>
            <a:r>
              <a:rPr sz="1400" spc="-2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불러올</a:t>
            </a:r>
            <a:r>
              <a:rPr sz="1400" spc="-1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수</a:t>
            </a:r>
            <a:r>
              <a:rPr sz="1400" spc="-1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있게</a:t>
            </a:r>
            <a:r>
              <a:rPr sz="1400" spc="-10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된다.</a:t>
            </a:r>
            <a:endParaRPr sz="1400" dirty="0">
              <a:latin typeface="Gulim"/>
              <a:cs typeface="Gulim"/>
            </a:endParaRPr>
          </a:p>
        </p:txBody>
      </p:sp>
      <p:pic>
        <p:nvPicPr>
          <p:cNvPr id="30" name="object 30" descr="gen-dedup-ecda170b282f86bfff5a5d7c0ada739a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1916" y="5437251"/>
            <a:ext cx="252984" cy="27432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98E0A914-5416-E69C-CC89-37CCDEB5F5BB}"/>
              </a:ext>
            </a:extLst>
          </p:cNvPr>
          <p:cNvGrpSpPr/>
          <p:nvPr/>
        </p:nvGrpSpPr>
        <p:grpSpPr>
          <a:xfrm>
            <a:off x="5427687" y="2733337"/>
            <a:ext cx="1336625" cy="926972"/>
            <a:chOff x="5445174" y="2420874"/>
            <a:chExt cx="1336625" cy="926972"/>
          </a:xfrm>
        </p:grpSpPr>
        <p:sp>
          <p:nvSpPr>
            <p:cNvPr id="32" name="object 32"/>
            <p:cNvSpPr/>
            <p:nvPr/>
          </p:nvSpPr>
          <p:spPr>
            <a:xfrm>
              <a:off x="5445174" y="2420874"/>
              <a:ext cx="1336625" cy="515620"/>
            </a:xfrm>
            <a:custGeom>
              <a:avLst/>
              <a:gdLst/>
              <a:ahLst/>
              <a:cxnLst/>
              <a:rect l="l" t="t" r="r" b="b"/>
              <a:pathLst>
                <a:path w="1181100" h="515619">
                  <a:moveTo>
                    <a:pt x="0" y="515112"/>
                  </a:moveTo>
                  <a:lnTo>
                    <a:pt x="1181100" y="515112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515112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A166D01F-4A39-8FD5-20F2-AD01A4A14297}"/>
                </a:ext>
              </a:extLst>
            </p:cNvPr>
            <p:cNvGrpSpPr/>
            <p:nvPr/>
          </p:nvGrpSpPr>
          <p:grpSpPr>
            <a:xfrm>
              <a:off x="5445174" y="2420874"/>
              <a:ext cx="1336625" cy="926972"/>
              <a:chOff x="5445174" y="2420874"/>
              <a:chExt cx="1336625" cy="926972"/>
            </a:xfrm>
          </p:grpSpPr>
          <p:sp>
            <p:nvSpPr>
              <p:cNvPr id="31" name="object 31"/>
              <p:cNvSpPr/>
              <p:nvPr/>
            </p:nvSpPr>
            <p:spPr>
              <a:xfrm>
                <a:off x="5445174" y="2420874"/>
                <a:ext cx="1336625" cy="515620"/>
              </a:xfrm>
              <a:custGeom>
                <a:avLst/>
                <a:gdLst/>
                <a:ahLst/>
                <a:cxnLst/>
                <a:rect l="l" t="t" r="r" b="b"/>
                <a:pathLst>
                  <a:path w="1181100" h="515619">
                    <a:moveTo>
                      <a:pt x="1181100" y="0"/>
                    </a:moveTo>
                    <a:lnTo>
                      <a:pt x="0" y="0"/>
                    </a:lnTo>
                    <a:lnTo>
                      <a:pt x="0" y="515112"/>
                    </a:lnTo>
                    <a:lnTo>
                      <a:pt x="1181100" y="515112"/>
                    </a:lnTo>
                    <a:lnTo>
                      <a:pt x="1181100" y="0"/>
                    </a:lnTo>
                    <a:close/>
                  </a:path>
                </a:pathLst>
              </a:custGeom>
              <a:solidFill>
                <a:srgbClr val="FFD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3" name="object 33" descr="gen-dedup-241c89abc8aa8a8bf22f48e163ee5604.png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951539" y="2544698"/>
                <a:ext cx="323894" cy="286512"/>
              </a:xfrm>
              <a:prstGeom prst="rect">
                <a:avLst/>
              </a:prstGeom>
            </p:spPr>
          </p:pic>
          <p:sp>
            <p:nvSpPr>
              <p:cNvPr id="34" name="object 34"/>
              <p:cNvSpPr txBox="1"/>
              <p:nvPr/>
            </p:nvSpPr>
            <p:spPr>
              <a:xfrm>
                <a:off x="5707770" y="3017646"/>
                <a:ext cx="929170" cy="3302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37160" marR="5080" indent="-125095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000" b="1" dirty="0">
                    <a:latin typeface="Gulim"/>
                    <a:cs typeface="Gulim"/>
                  </a:rPr>
                  <a:t>시드값에</a:t>
                </a:r>
                <a:r>
                  <a:rPr sz="1000" b="1" spc="-40" dirty="0">
                    <a:latin typeface="Gulim"/>
                    <a:cs typeface="Gulim"/>
                  </a:rPr>
                  <a:t> 따른 </a:t>
                </a:r>
                <a:r>
                  <a:rPr sz="1000" b="1" dirty="0">
                    <a:latin typeface="Gulim"/>
                    <a:cs typeface="Gulim"/>
                  </a:rPr>
                  <a:t>결과</a:t>
                </a:r>
                <a:r>
                  <a:rPr sz="1000" b="1" spc="-20" dirty="0">
                    <a:latin typeface="Gulim"/>
                    <a:cs typeface="Gulim"/>
                  </a:rPr>
                  <a:t> </a:t>
                </a:r>
                <a:r>
                  <a:rPr sz="1000" b="1" spc="-25" dirty="0">
                    <a:latin typeface="Gulim"/>
                    <a:cs typeface="Gulim"/>
                  </a:rPr>
                  <a:t>변화</a:t>
                </a:r>
                <a:endParaRPr sz="1000" dirty="0">
                  <a:latin typeface="Gulim"/>
                  <a:cs typeface="Gulim"/>
                </a:endParaRPr>
              </a:p>
            </p:txBody>
          </p:sp>
        </p:grpSp>
      </p:grpSp>
      <p:sp>
        <p:nvSpPr>
          <p:cNvPr id="35" name="object 35"/>
          <p:cNvSpPr txBox="1"/>
          <p:nvPr/>
        </p:nvSpPr>
        <p:spPr>
          <a:xfrm>
            <a:off x="592772" y="1019935"/>
            <a:ext cx="2171700" cy="396000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655"/>
              </a:spcBef>
            </a:pPr>
            <a:r>
              <a:rPr sz="1200" b="1" dirty="0">
                <a:latin typeface="Gulim"/>
                <a:cs typeface="Gulim"/>
              </a:rPr>
              <a:t>Seed</a:t>
            </a:r>
            <a:r>
              <a:rPr sz="1200" b="1" spc="-35" dirty="0">
                <a:latin typeface="Gulim"/>
                <a:cs typeface="Gulim"/>
              </a:rPr>
              <a:t> </a:t>
            </a:r>
            <a:r>
              <a:rPr sz="1200" b="1" dirty="0">
                <a:latin typeface="Gulim"/>
                <a:cs typeface="Gulim"/>
              </a:rPr>
              <a:t>A</a:t>
            </a:r>
            <a:r>
              <a:rPr sz="1200" b="1" spc="-20" dirty="0">
                <a:latin typeface="Gulim"/>
                <a:cs typeface="Gulim"/>
              </a:rPr>
              <a:t> </a:t>
            </a:r>
            <a:r>
              <a:rPr sz="1200" b="1" spc="-10" dirty="0">
                <a:latin typeface="Gulim"/>
                <a:cs typeface="Gulim"/>
              </a:rPr>
              <a:t>(1459589277)</a:t>
            </a:r>
            <a:endParaRPr lang="en-US" sz="1200" b="1" spc="-10" dirty="0">
              <a:latin typeface="Gulim"/>
              <a:cs typeface="Gulim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92772" y="1420749"/>
            <a:ext cx="4497705" cy="3832860"/>
          </a:xfrm>
          <a:custGeom>
            <a:avLst/>
            <a:gdLst/>
            <a:ahLst/>
            <a:cxnLst/>
            <a:rect l="l" t="t" r="r" b="b"/>
            <a:pathLst>
              <a:path w="4497705" h="3832860">
                <a:moveTo>
                  <a:pt x="4497324" y="0"/>
                </a:moveTo>
                <a:lnTo>
                  <a:pt x="0" y="0"/>
                </a:lnTo>
                <a:lnTo>
                  <a:pt x="0" y="3832860"/>
                </a:lnTo>
                <a:lnTo>
                  <a:pt x="4497324" y="3832860"/>
                </a:lnTo>
                <a:lnTo>
                  <a:pt x="449732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92772" y="1420749"/>
            <a:ext cx="4497705" cy="3832860"/>
          </a:xfrm>
          <a:custGeom>
            <a:avLst/>
            <a:gdLst/>
            <a:ahLst/>
            <a:cxnLst/>
            <a:rect l="l" t="t" r="r" b="b"/>
            <a:pathLst>
              <a:path w="4497705" h="3832860">
                <a:moveTo>
                  <a:pt x="0" y="3832860"/>
                </a:moveTo>
                <a:lnTo>
                  <a:pt x="4497324" y="3832860"/>
                </a:lnTo>
                <a:lnTo>
                  <a:pt x="4497324" y="0"/>
                </a:lnTo>
                <a:lnTo>
                  <a:pt x="0" y="0"/>
                </a:lnTo>
                <a:lnTo>
                  <a:pt x="0" y="383286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6018" y="1509903"/>
            <a:ext cx="4363212" cy="2718816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2970" y="4083938"/>
            <a:ext cx="4363212" cy="1123188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7051618" y="1453131"/>
            <a:ext cx="4498975" cy="3832860"/>
          </a:xfrm>
          <a:custGeom>
            <a:avLst/>
            <a:gdLst/>
            <a:ahLst/>
            <a:cxnLst/>
            <a:rect l="l" t="t" r="r" b="b"/>
            <a:pathLst>
              <a:path w="4498975" h="3832860">
                <a:moveTo>
                  <a:pt x="4498848" y="0"/>
                </a:moveTo>
                <a:lnTo>
                  <a:pt x="0" y="0"/>
                </a:lnTo>
                <a:lnTo>
                  <a:pt x="0" y="3832860"/>
                </a:lnTo>
                <a:lnTo>
                  <a:pt x="4498848" y="3832860"/>
                </a:lnTo>
                <a:lnTo>
                  <a:pt x="4498848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051618" y="1453131"/>
            <a:ext cx="4498975" cy="3832860"/>
          </a:xfrm>
          <a:custGeom>
            <a:avLst/>
            <a:gdLst/>
            <a:ahLst/>
            <a:cxnLst/>
            <a:rect l="l" t="t" r="r" b="b"/>
            <a:pathLst>
              <a:path w="4498975" h="3832860">
                <a:moveTo>
                  <a:pt x="0" y="3832860"/>
                </a:moveTo>
                <a:lnTo>
                  <a:pt x="4498848" y="3832860"/>
                </a:lnTo>
                <a:lnTo>
                  <a:pt x="4498848" y="0"/>
                </a:lnTo>
                <a:lnTo>
                  <a:pt x="0" y="0"/>
                </a:lnTo>
                <a:lnTo>
                  <a:pt x="0" y="3832860"/>
                </a:lnTo>
                <a:close/>
              </a:path>
            </a:pathLst>
          </a:custGeom>
          <a:ln w="253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08768" y="1533141"/>
            <a:ext cx="4370832" cy="271576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08768" y="4203190"/>
            <a:ext cx="4370832" cy="1072895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7051618" y="1088895"/>
            <a:ext cx="2171700" cy="401320"/>
          </a:xfrm>
          <a:custGeom>
            <a:avLst/>
            <a:gdLst/>
            <a:ahLst/>
            <a:cxnLst/>
            <a:rect l="l" t="t" r="r" b="b"/>
            <a:pathLst>
              <a:path w="2171700" h="401319">
                <a:moveTo>
                  <a:pt x="0" y="400812"/>
                </a:moveTo>
                <a:lnTo>
                  <a:pt x="2171700" y="400812"/>
                </a:lnTo>
                <a:lnTo>
                  <a:pt x="2171700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064317" y="1101595"/>
            <a:ext cx="2146300" cy="357505"/>
          </a:xfrm>
          <a:prstGeom prst="rect">
            <a:avLst/>
          </a:prstGeom>
          <a:solidFill>
            <a:srgbClr val="C0C0C0"/>
          </a:solidFill>
        </p:spPr>
        <p:txBody>
          <a:bodyPr vert="horz" wrap="square" lIns="0" tIns="70485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555"/>
              </a:spcBef>
            </a:pPr>
            <a:r>
              <a:rPr sz="1200" b="1" dirty="0">
                <a:latin typeface="Gulim"/>
                <a:cs typeface="Gulim"/>
              </a:rPr>
              <a:t>Seed</a:t>
            </a:r>
            <a:r>
              <a:rPr sz="1200" b="1" spc="-35" dirty="0">
                <a:latin typeface="Gulim"/>
                <a:cs typeface="Gulim"/>
              </a:rPr>
              <a:t> </a:t>
            </a:r>
            <a:r>
              <a:rPr sz="1200" b="1" dirty="0">
                <a:latin typeface="Gulim"/>
                <a:cs typeface="Gulim"/>
              </a:rPr>
              <a:t>A</a:t>
            </a:r>
            <a:r>
              <a:rPr sz="1200" b="1" spc="-20" dirty="0">
                <a:latin typeface="Gulim"/>
                <a:cs typeface="Gulim"/>
              </a:rPr>
              <a:t> </a:t>
            </a:r>
            <a:r>
              <a:rPr sz="1200" b="1" spc="-10" dirty="0">
                <a:latin typeface="Gulim"/>
                <a:cs typeface="Gulim"/>
              </a:rPr>
              <a:t>(14595892776)</a:t>
            </a:r>
            <a:endParaRPr sz="1200">
              <a:latin typeface="Gulim"/>
              <a:cs typeface="Gulim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시작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225702" y="6571850"/>
            <a:ext cx="1062990" cy="16158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altLang="ko-KR" sz="900" b="1" dirty="0">
                <a:solidFill>
                  <a:schemeClr val="tx1"/>
                </a:solidFill>
                <a:latin typeface="Calibri"/>
                <a:cs typeface="Calibri"/>
              </a:rPr>
              <a:t>World</a:t>
            </a:r>
            <a:r>
              <a:rPr lang="en-US" altLang="ko-KR" sz="900" b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Calibri"/>
                <a:cs typeface="Calibri"/>
              </a:rPr>
              <a:t>First</a:t>
            </a:r>
            <a:r>
              <a:rPr lang="en-US" altLang="ko-KR" sz="900" b="1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altLang="ko-KR" sz="900" b="1" spc="-10" dirty="0">
                <a:solidFill>
                  <a:schemeClr val="tx1"/>
                </a:solidFill>
                <a:latin typeface="Calibri"/>
                <a:cs typeface="Calibri"/>
              </a:rPr>
              <a:t>Kill</a:t>
            </a:r>
            <a:r>
              <a:rPr lang="en-US" altLang="ko-KR" sz="900" b="1" spc="-10" dirty="0">
                <a:solidFill>
                  <a:schemeClr val="tx1"/>
                </a:solidFill>
                <a:latin typeface="Arial"/>
                <a:cs typeface="Arial"/>
              </a:rPr>
              <a:t>.exe</a:t>
            </a:r>
            <a:endParaRPr lang="en-US" altLang="ko-KR" sz="9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1937" y="6465061"/>
            <a:ext cx="12217400" cy="406400"/>
            <a:chOff x="-11937" y="6465061"/>
            <a:chExt cx="12217400" cy="406400"/>
          </a:xfrm>
        </p:grpSpPr>
        <p:sp>
          <p:nvSpPr>
            <p:cNvPr id="3" name="object 3"/>
            <p:cNvSpPr/>
            <p:nvPr/>
          </p:nvSpPr>
          <p:spPr>
            <a:xfrm>
              <a:off x="762" y="6477761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12192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2192000" y="381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" y="6477761"/>
              <a:ext cx="12192000" cy="381000"/>
            </a:xfrm>
            <a:custGeom>
              <a:avLst/>
              <a:gdLst/>
              <a:ahLst/>
              <a:cxnLst/>
              <a:rect l="l" t="t" r="r" b="b"/>
              <a:pathLst>
                <a:path w="12192000" h="381000">
                  <a:moveTo>
                    <a:pt x="0" y="381000"/>
                  </a:moveTo>
                  <a:lnTo>
                    <a:pt x="12192000" y="381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  <a:path w="12192000" h="381000">
                  <a:moveTo>
                    <a:pt x="38100" y="342899"/>
                  </a:moveTo>
                  <a:lnTo>
                    <a:pt x="896112" y="342899"/>
                  </a:lnTo>
                  <a:lnTo>
                    <a:pt x="896112" y="38099"/>
                  </a:lnTo>
                  <a:lnTo>
                    <a:pt x="38100" y="38099"/>
                  </a:lnTo>
                  <a:lnTo>
                    <a:pt x="38100" y="34289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 descr="gen-dedup-b7042822c590cf1066a472ff1b5b8f45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021" y="6605153"/>
              <a:ext cx="119555" cy="12007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1561" y="6574332"/>
            <a:ext cx="83311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Malgun Gothic"/>
                <a:cs typeface="Malgun Gothic"/>
              </a:rPr>
              <a:t>시작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36545" y="1088389"/>
            <a:ext cx="7520940" cy="4279265"/>
            <a:chOff x="2336545" y="1088389"/>
            <a:chExt cx="7520940" cy="4279265"/>
          </a:xfrm>
        </p:grpSpPr>
        <p:sp>
          <p:nvSpPr>
            <p:cNvPr id="8" name="object 8"/>
            <p:cNvSpPr/>
            <p:nvPr/>
          </p:nvSpPr>
          <p:spPr>
            <a:xfrm>
              <a:off x="2349245" y="1101089"/>
              <a:ext cx="7495540" cy="4253865"/>
            </a:xfrm>
            <a:custGeom>
              <a:avLst/>
              <a:gdLst/>
              <a:ahLst/>
              <a:cxnLst/>
              <a:rect l="l" t="t" r="r" b="b"/>
              <a:pathLst>
                <a:path w="7495540" h="4253865">
                  <a:moveTo>
                    <a:pt x="7495032" y="0"/>
                  </a:moveTo>
                  <a:lnTo>
                    <a:pt x="0" y="0"/>
                  </a:lnTo>
                  <a:lnTo>
                    <a:pt x="0" y="4253484"/>
                  </a:lnTo>
                  <a:lnTo>
                    <a:pt x="7495032" y="4253484"/>
                  </a:lnTo>
                  <a:lnTo>
                    <a:pt x="7495032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49245" y="1101089"/>
              <a:ext cx="7495540" cy="4253865"/>
            </a:xfrm>
            <a:custGeom>
              <a:avLst/>
              <a:gdLst/>
              <a:ahLst/>
              <a:cxnLst/>
              <a:rect l="l" t="t" r="r" b="b"/>
              <a:pathLst>
                <a:path w="7495540" h="4253865">
                  <a:moveTo>
                    <a:pt x="0" y="4253484"/>
                  </a:moveTo>
                  <a:lnTo>
                    <a:pt x="7495032" y="4253484"/>
                  </a:lnTo>
                  <a:lnTo>
                    <a:pt x="7495032" y="0"/>
                  </a:lnTo>
                  <a:lnTo>
                    <a:pt x="0" y="0"/>
                  </a:lnTo>
                  <a:lnTo>
                    <a:pt x="0" y="425348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72868" y="1123187"/>
              <a:ext cx="7446645" cy="4206240"/>
            </a:xfrm>
            <a:custGeom>
              <a:avLst/>
              <a:gdLst/>
              <a:ahLst/>
              <a:cxnLst/>
              <a:rect l="l" t="t" r="r" b="b"/>
              <a:pathLst>
                <a:path w="7446645" h="4206240">
                  <a:moveTo>
                    <a:pt x="7446264" y="0"/>
                  </a:moveTo>
                  <a:lnTo>
                    <a:pt x="7420356" y="0"/>
                  </a:lnTo>
                  <a:lnTo>
                    <a:pt x="7420356" y="4181856"/>
                  </a:lnTo>
                  <a:lnTo>
                    <a:pt x="0" y="4181856"/>
                  </a:lnTo>
                  <a:lnTo>
                    <a:pt x="0" y="4206240"/>
                  </a:lnTo>
                  <a:lnTo>
                    <a:pt x="7420356" y="4206240"/>
                  </a:lnTo>
                  <a:lnTo>
                    <a:pt x="7446264" y="4206240"/>
                  </a:lnTo>
                  <a:lnTo>
                    <a:pt x="7446264" y="4181856"/>
                  </a:lnTo>
                  <a:lnTo>
                    <a:pt x="7446264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97251" y="1146047"/>
              <a:ext cx="7345680" cy="332740"/>
            </a:xfrm>
            <a:custGeom>
              <a:avLst/>
              <a:gdLst/>
              <a:ahLst/>
              <a:cxnLst/>
              <a:rect l="l" t="t" r="r" b="b"/>
              <a:pathLst>
                <a:path w="7345680" h="332740">
                  <a:moveTo>
                    <a:pt x="7345680" y="0"/>
                  </a:moveTo>
                  <a:lnTo>
                    <a:pt x="0" y="0"/>
                  </a:lnTo>
                  <a:lnTo>
                    <a:pt x="0" y="332232"/>
                  </a:lnTo>
                  <a:lnTo>
                    <a:pt x="7345680" y="332232"/>
                  </a:lnTo>
                  <a:lnTo>
                    <a:pt x="734568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20605" y="1183385"/>
              <a:ext cx="274320" cy="260985"/>
            </a:xfrm>
            <a:custGeom>
              <a:avLst/>
              <a:gdLst/>
              <a:ahLst/>
              <a:cxnLst/>
              <a:rect l="l" t="t" r="r" b="b"/>
              <a:pathLst>
                <a:path w="274320" h="260984">
                  <a:moveTo>
                    <a:pt x="274320" y="0"/>
                  </a:moveTo>
                  <a:lnTo>
                    <a:pt x="0" y="0"/>
                  </a:lnTo>
                  <a:lnTo>
                    <a:pt x="0" y="260603"/>
                  </a:lnTo>
                  <a:lnTo>
                    <a:pt x="274320" y="260603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20605" y="1183385"/>
              <a:ext cx="274320" cy="260985"/>
            </a:xfrm>
            <a:custGeom>
              <a:avLst/>
              <a:gdLst/>
              <a:ahLst/>
              <a:cxnLst/>
              <a:rect l="l" t="t" r="r" b="b"/>
              <a:pathLst>
                <a:path w="274320" h="260984">
                  <a:moveTo>
                    <a:pt x="0" y="260603"/>
                  </a:moveTo>
                  <a:lnTo>
                    <a:pt x="274320" y="260603"/>
                  </a:lnTo>
                  <a:lnTo>
                    <a:pt x="274320" y="0"/>
                  </a:lnTo>
                  <a:lnTo>
                    <a:pt x="0" y="0"/>
                  </a:lnTo>
                  <a:lnTo>
                    <a:pt x="0" y="26060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97251" y="1146047"/>
            <a:ext cx="7345680" cy="33274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65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Contact</a:t>
            </a: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20606" y="1183386"/>
            <a:ext cx="274320" cy="2609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425"/>
              </a:spcBef>
            </a:pPr>
            <a:r>
              <a:rPr sz="900" b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6" name="object 16" descr="gen-dedup-1cf9ab7953bfacf6dacaf14bddb4c2ba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46832" y="1926335"/>
            <a:ext cx="600456" cy="56692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361945" y="1954148"/>
            <a:ext cx="743140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60805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latin typeface="Malgun Gothic"/>
                <a:cs typeface="Malgun Gothic"/>
              </a:rPr>
              <a:t>이민혁</a:t>
            </a:r>
            <a:endParaRPr sz="2800">
              <a:latin typeface="Malgun Gothic"/>
              <a:cs typeface="Malgun Gothic"/>
            </a:endParaRPr>
          </a:p>
          <a:p>
            <a:pPr marL="1235075">
              <a:lnSpc>
                <a:spcPct val="100000"/>
              </a:lnSpc>
              <a:spcBef>
                <a:spcPts val="3715"/>
              </a:spcBef>
            </a:pPr>
            <a:r>
              <a:rPr sz="4000" spc="-10" dirty="0">
                <a:solidFill>
                  <a:srgbClr val="333333"/>
                </a:solidFill>
                <a:latin typeface="Malgun Gothic"/>
                <a:cs typeface="Malgun Gothic"/>
              </a:rPr>
              <a:t>감사합니다</a:t>
            </a:r>
            <a:r>
              <a:rPr sz="4000" spc="-10" dirty="0">
                <a:solidFill>
                  <a:srgbClr val="333333"/>
                </a:solidFill>
                <a:latin typeface="Calibri"/>
                <a:cs typeface="Calibri"/>
              </a:rPr>
              <a:t>!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72890" y="4644390"/>
            <a:ext cx="1249680" cy="378460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R="28575" algn="ctr">
              <a:lnSpc>
                <a:spcPct val="100000"/>
              </a:lnSpc>
              <a:spcBef>
                <a:spcPts val="445"/>
              </a:spcBef>
            </a:pPr>
            <a:r>
              <a:rPr sz="1600" spc="-25" dirty="0">
                <a:latin typeface="Arial"/>
                <a:cs typeface="Arial"/>
              </a:rPr>
              <a:t>OK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72505" y="4644390"/>
            <a:ext cx="1249680" cy="378460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440"/>
              </a:spcBef>
            </a:pPr>
            <a:r>
              <a:rPr sz="1600" dirty="0">
                <a:latin typeface="Arial"/>
                <a:cs typeface="Arial"/>
              </a:rPr>
              <a:t>Hire</a:t>
            </a:r>
            <a:r>
              <a:rPr sz="1600" spc="-25" dirty="0">
                <a:latin typeface="Arial"/>
                <a:cs typeface="Arial"/>
              </a:rPr>
              <a:t> 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70597" y="4644390"/>
            <a:ext cx="1249680" cy="378460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440"/>
              </a:spcBef>
            </a:pPr>
            <a:r>
              <a:rPr sz="1600" spc="-10" dirty="0">
                <a:latin typeface="Arial"/>
                <a:cs typeface="Arial"/>
              </a:rPr>
              <a:t>Cancel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1582</Words>
  <Application>Microsoft Office PowerPoint</Application>
  <PresentationFormat>와이드스크린</PresentationFormat>
  <Paragraphs>275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Microsoft YaHei</vt:lpstr>
      <vt:lpstr>Gulim</vt:lpstr>
      <vt:lpstr>Malgun Gothic</vt:lpstr>
      <vt:lpstr>Malgun Gothic</vt:lpstr>
      <vt:lpstr>Arial</vt:lpstr>
      <vt:lpstr>Calibri</vt:lpstr>
      <vt:lpstr>Consolas</vt:lpstr>
      <vt:lpstr>Segoe UI Emoji</vt:lpstr>
      <vt:lpstr>Times New Roman</vt:lpstr>
      <vt:lpstr>Office Theme</vt:lpstr>
      <vt:lpstr>클라이언트 개발자 기술 설명서</vt:lpstr>
      <vt:lpstr>PowerPoint 프레젠테이션</vt:lpstr>
      <vt:lpstr>그리드 공간 분할 컬링 설계</vt:lpstr>
      <vt:lpstr>그리드 공간 분할 컬링 설계</vt:lpstr>
      <vt:lpstr>PowerPoint 프레젠테이션</vt:lpstr>
      <vt:lpstr>PowerPoint 프레젠테이션</vt:lpstr>
      <vt:lpstr>Grid 방식의 오브젝트 구조 변환 설계</vt:lpstr>
      <vt:lpstr>PowerPoint 프레젠테이션</vt:lpstr>
      <vt:lpstr>입력 이벤트 처리 시스템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민혁 이</cp:lastModifiedBy>
  <cp:revision>35</cp:revision>
  <dcterms:created xsi:type="dcterms:W3CDTF">2026-09-03T05:44:53Z</dcterms:created>
  <dcterms:modified xsi:type="dcterms:W3CDTF">2026-10-22T04:59:40Z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2026-09-03T00:00:00Z</vt:filetime>
  </property>
  <property fmtid="{D5CDD505-2E9C-101B-9397-08002B2CF9AE}" pid="5" name="Producer">
    <vt:lpwstr>Microsoft® PowerPoint® 2019</vt:lpwstr>
  </property>
</Properties>
</file>